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9" r:id="rId2"/>
  </p:sldMasterIdLst>
  <p:sldIdLst>
    <p:sldId id="256" r:id="rId3"/>
    <p:sldId id="257" r:id="rId4"/>
    <p:sldId id="260" r:id="rId5"/>
    <p:sldId id="262" r:id="rId6"/>
    <p:sldId id="263" r:id="rId7"/>
    <p:sldId id="264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34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5575" y="-1975133"/>
            <a:ext cx="10824804" cy="10808273"/>
            <a:chOff x="-235575" y="-1481350"/>
            <a:chExt cx="10824804" cy="8106205"/>
          </a:xfrm>
        </p:grpSpPr>
        <p:sp>
          <p:nvSpPr>
            <p:cNvPr id="10" name="Google Shape;10;p2"/>
            <p:cNvSpPr/>
            <p:nvPr/>
          </p:nvSpPr>
          <p:spPr>
            <a:xfrm>
              <a:off x="7436526" y="-1481350"/>
              <a:ext cx="2441322" cy="8106205"/>
            </a:xfrm>
            <a:custGeom>
              <a:avLst/>
              <a:gdLst/>
              <a:ahLst/>
              <a:cxnLst/>
              <a:rect l="l" t="t" r="r" b="b"/>
              <a:pathLst>
                <a:path w="1513998" h="5027104" extrusionOk="0">
                  <a:moveTo>
                    <a:pt x="245650" y="0"/>
                  </a:moveTo>
                  <a:cubicBezTo>
                    <a:pt x="148780" y="191834"/>
                    <a:pt x="0" y="303276"/>
                    <a:pt x="0" y="645414"/>
                  </a:cubicBezTo>
                  <a:cubicBezTo>
                    <a:pt x="0" y="1152811"/>
                    <a:pt x="327184" y="1152811"/>
                    <a:pt x="327184" y="1660303"/>
                  </a:cubicBezTo>
                  <a:cubicBezTo>
                    <a:pt x="327184" y="2167795"/>
                    <a:pt x="0" y="2167795"/>
                    <a:pt x="0" y="2675191"/>
                  </a:cubicBezTo>
                  <a:cubicBezTo>
                    <a:pt x="0" y="3182588"/>
                    <a:pt x="327184" y="3182588"/>
                    <a:pt x="327184" y="3690080"/>
                  </a:cubicBezTo>
                  <a:cubicBezTo>
                    <a:pt x="327184" y="4197573"/>
                    <a:pt x="0" y="4197573"/>
                    <a:pt x="0" y="4705065"/>
                  </a:cubicBezTo>
                  <a:cubicBezTo>
                    <a:pt x="0" y="4843177"/>
                    <a:pt x="24289" y="4943666"/>
                    <a:pt x="59531" y="5027105"/>
                  </a:cubicBezTo>
                  <a:lnTo>
                    <a:pt x="1513998" y="5027105"/>
                  </a:lnTo>
                  <a:lnTo>
                    <a:pt x="1513998" y="0"/>
                  </a:lnTo>
                  <a:lnTo>
                    <a:pt x="2455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-235575" y="-160021"/>
              <a:ext cx="10824804" cy="5628174"/>
              <a:chOff x="-235575" y="-160021"/>
              <a:chExt cx="10824804" cy="5628174"/>
            </a:xfrm>
          </p:grpSpPr>
          <p:grpSp>
            <p:nvGrpSpPr>
              <p:cNvPr id="12" name="Google Shape;12;p2"/>
              <p:cNvGrpSpPr/>
              <p:nvPr/>
            </p:nvGrpSpPr>
            <p:grpSpPr>
              <a:xfrm>
                <a:off x="-235575" y="326491"/>
                <a:ext cx="1298070" cy="485159"/>
                <a:chOff x="540500" y="421329"/>
                <a:chExt cx="1298070" cy="485159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540500" y="421329"/>
                  <a:ext cx="1298070" cy="20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540500" y="703082"/>
                  <a:ext cx="1298070" cy="20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" name="Google Shape;15;p2"/>
              <p:cNvSpPr/>
              <p:nvPr/>
            </p:nvSpPr>
            <p:spPr>
              <a:xfrm>
                <a:off x="1062502" y="4584750"/>
                <a:ext cx="418382" cy="418382"/>
              </a:xfrm>
              <a:custGeom>
                <a:avLst/>
                <a:gdLst/>
                <a:ahLst/>
                <a:cxnLst/>
                <a:rect l="l" t="t" r="r" b="b"/>
                <a:pathLst>
                  <a:path w="342936" h="342936" extrusionOk="0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" name="Google Shape;16;p2"/>
              <p:cNvGrpSpPr/>
              <p:nvPr/>
            </p:nvGrpSpPr>
            <p:grpSpPr>
              <a:xfrm>
                <a:off x="8653822" y="421334"/>
                <a:ext cx="1085831" cy="675413"/>
                <a:chOff x="4274895" y="3528397"/>
                <a:chExt cx="740272" cy="460467"/>
              </a:xfrm>
            </p:grpSpPr>
            <p:sp>
              <p:nvSpPr>
                <p:cNvPr id="17" name="Google Shape;17;p2"/>
                <p:cNvSpPr/>
                <p:nvPr/>
              </p:nvSpPr>
              <p:spPr>
                <a:xfrm>
                  <a:off x="4274895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4410106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4545290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4680500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4815711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4950513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1659272" y="-160021"/>
                <a:ext cx="1425966" cy="712982"/>
                <a:chOff x="6083802" y="754477"/>
                <a:chExt cx="1350730" cy="675364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6083802" y="754477"/>
                  <a:ext cx="1350730" cy="67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323" h="601661" extrusionOk="0">
                      <a:moveTo>
                        <a:pt x="1101196" y="0"/>
                      </a:moveTo>
                      <a:cubicBezTo>
                        <a:pt x="1101196" y="275880"/>
                        <a:pt x="877541" y="499535"/>
                        <a:pt x="601661" y="499535"/>
                      </a:cubicBezTo>
                      <a:cubicBezTo>
                        <a:pt x="325782" y="499535"/>
                        <a:pt x="102126" y="275880"/>
                        <a:pt x="102126" y="0"/>
                      </a:cubicBezTo>
                      <a:lnTo>
                        <a:pt x="0" y="0"/>
                      </a:lnTo>
                      <a:cubicBezTo>
                        <a:pt x="0" y="332274"/>
                        <a:pt x="269388" y="601662"/>
                        <a:pt x="601661" y="601662"/>
                      </a:cubicBezTo>
                      <a:cubicBezTo>
                        <a:pt x="933936" y="601662"/>
                        <a:pt x="1203324" y="332274"/>
                        <a:pt x="1203324" y="0"/>
                      </a:cubicBezTo>
                      <a:lnTo>
                        <a:pt x="110119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6393993" y="754477"/>
                  <a:ext cx="776975" cy="388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183" h="346091" extrusionOk="0">
                      <a:moveTo>
                        <a:pt x="346091" y="222858"/>
                      </a:moveTo>
                      <a:cubicBezTo>
                        <a:pt x="223003" y="222858"/>
                        <a:pt x="123234" y="123089"/>
                        <a:pt x="123234" y="0"/>
                      </a:cubicBezTo>
                      <a:lnTo>
                        <a:pt x="0" y="0"/>
                      </a:lnTo>
                      <a:cubicBezTo>
                        <a:pt x="0" y="191161"/>
                        <a:pt x="154967" y="346091"/>
                        <a:pt x="346091" y="346091"/>
                      </a:cubicBezTo>
                      <a:cubicBezTo>
                        <a:pt x="537216" y="346091"/>
                        <a:pt x="692183" y="191125"/>
                        <a:pt x="692183" y="0"/>
                      </a:cubicBezTo>
                      <a:lnTo>
                        <a:pt x="568949" y="0"/>
                      </a:lnTo>
                      <a:cubicBezTo>
                        <a:pt x="568949" y="123089"/>
                        <a:pt x="469180" y="222858"/>
                        <a:pt x="346091" y="22285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" name="Google Shape;26;p2"/>
              <p:cNvSpPr/>
              <p:nvPr/>
            </p:nvSpPr>
            <p:spPr>
              <a:xfrm>
                <a:off x="6533780" y="4251802"/>
                <a:ext cx="337509" cy="337509"/>
              </a:xfrm>
              <a:custGeom>
                <a:avLst/>
                <a:gdLst/>
                <a:ahLst/>
                <a:cxnLst/>
                <a:rect l="l" t="t" r="r" b="b"/>
                <a:pathLst>
                  <a:path w="207698" h="207698" extrusionOk="0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252996" y="444356"/>
                <a:ext cx="249385" cy="249425"/>
              </a:xfrm>
              <a:custGeom>
                <a:avLst/>
                <a:gdLst/>
                <a:ahLst/>
                <a:cxnLst/>
                <a:rect l="l" t="t" r="r" b="b"/>
                <a:pathLst>
                  <a:path w="224671" h="224707" extrusionOk="0">
                    <a:moveTo>
                      <a:pt x="224671" y="96324"/>
                    </a:moveTo>
                    <a:lnTo>
                      <a:pt x="128384" y="96324"/>
                    </a:lnTo>
                    <a:lnTo>
                      <a:pt x="128384" y="0"/>
                    </a:lnTo>
                    <a:lnTo>
                      <a:pt x="96324" y="0"/>
                    </a:lnTo>
                    <a:lnTo>
                      <a:pt x="96324" y="96324"/>
                    </a:lnTo>
                    <a:lnTo>
                      <a:pt x="0" y="96324"/>
                    </a:lnTo>
                    <a:lnTo>
                      <a:pt x="0" y="128384"/>
                    </a:lnTo>
                    <a:lnTo>
                      <a:pt x="96324" y="128384"/>
                    </a:lnTo>
                    <a:lnTo>
                      <a:pt x="96324" y="224707"/>
                    </a:lnTo>
                    <a:lnTo>
                      <a:pt x="128384" y="224707"/>
                    </a:lnTo>
                    <a:lnTo>
                      <a:pt x="128384" y="128384"/>
                    </a:lnTo>
                    <a:lnTo>
                      <a:pt x="224671" y="128384"/>
                    </a:lnTo>
                    <a:lnTo>
                      <a:pt x="224671" y="963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423526" y="4385303"/>
                <a:ext cx="2165703" cy="1082851"/>
              </a:xfrm>
              <a:custGeom>
                <a:avLst/>
                <a:gdLst/>
                <a:ahLst/>
                <a:cxnLst/>
                <a:rect l="l" t="t" r="r" b="b"/>
                <a:pathLst>
                  <a:path w="1070805" h="535402" extrusionOk="0">
                    <a:moveTo>
                      <a:pt x="90884" y="535403"/>
                    </a:moveTo>
                    <a:cubicBezTo>
                      <a:pt x="90884" y="289915"/>
                      <a:pt x="289914" y="90884"/>
                      <a:pt x="535402" y="90884"/>
                    </a:cubicBezTo>
                    <a:cubicBezTo>
                      <a:pt x="780890" y="90884"/>
                      <a:pt x="979921" y="289915"/>
                      <a:pt x="979921" y="535403"/>
                    </a:cubicBezTo>
                    <a:lnTo>
                      <a:pt x="1070806" y="535403"/>
                    </a:lnTo>
                    <a:cubicBezTo>
                      <a:pt x="1070806" y="239722"/>
                      <a:pt x="831120" y="0"/>
                      <a:pt x="535402" y="0"/>
                    </a:cubicBezTo>
                    <a:cubicBezTo>
                      <a:pt x="239685" y="0"/>
                      <a:pt x="0" y="239685"/>
                      <a:pt x="0" y="535403"/>
                    </a:cubicBezTo>
                    <a:lnTo>
                      <a:pt x="90884" y="53540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9023063" y="4984914"/>
                <a:ext cx="964834" cy="482415"/>
              </a:xfrm>
              <a:custGeom>
                <a:avLst/>
                <a:gdLst/>
                <a:ahLst/>
                <a:cxnLst/>
                <a:rect l="l" t="t" r="r" b="b"/>
                <a:pathLst>
                  <a:path w="477050" h="238524" extrusionOk="0">
                    <a:moveTo>
                      <a:pt x="238525" y="84936"/>
                    </a:moveTo>
                    <a:cubicBezTo>
                      <a:pt x="323353" y="84936"/>
                      <a:pt x="392114" y="153698"/>
                      <a:pt x="392114" y="238525"/>
                    </a:cubicBezTo>
                    <a:lnTo>
                      <a:pt x="477050" y="238525"/>
                    </a:lnTo>
                    <a:cubicBezTo>
                      <a:pt x="477050" y="106805"/>
                      <a:pt x="370282" y="0"/>
                      <a:pt x="238525" y="0"/>
                    </a:cubicBezTo>
                    <a:cubicBezTo>
                      <a:pt x="106769" y="0"/>
                      <a:pt x="0" y="106769"/>
                      <a:pt x="0" y="238525"/>
                    </a:cubicBezTo>
                    <a:lnTo>
                      <a:pt x="84937" y="238525"/>
                    </a:lnTo>
                    <a:cubicBezTo>
                      <a:pt x="84937" y="153698"/>
                      <a:pt x="153698" y="84936"/>
                      <a:pt x="238525" y="849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7021176" y="4251788"/>
                <a:ext cx="713012" cy="713012"/>
              </a:xfrm>
              <a:custGeom>
                <a:avLst/>
                <a:gdLst/>
                <a:ahLst/>
                <a:cxnLst/>
                <a:rect l="l" t="t" r="r" b="b"/>
                <a:pathLst>
                  <a:path w="836378" h="836378" extrusionOk="0">
                    <a:moveTo>
                      <a:pt x="836379" y="418189"/>
                    </a:moveTo>
                    <a:cubicBezTo>
                      <a:pt x="836379" y="649149"/>
                      <a:pt x="649149" y="836379"/>
                      <a:pt x="418189" y="836379"/>
                    </a:cubicBezTo>
                    <a:cubicBezTo>
                      <a:pt x="187229" y="836379"/>
                      <a:pt x="0" y="649149"/>
                      <a:pt x="0" y="418189"/>
                    </a:cubicBezTo>
                    <a:cubicBezTo>
                      <a:pt x="0" y="187230"/>
                      <a:pt x="187229" y="0"/>
                      <a:pt x="418189" y="0"/>
                    </a:cubicBezTo>
                    <a:cubicBezTo>
                      <a:pt x="649149" y="0"/>
                      <a:pt x="836379" y="187230"/>
                      <a:pt x="836379" y="41818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847450" y="2126400"/>
            <a:ext cx="5992500" cy="26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11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2758140" y="-2076677"/>
            <a:ext cx="14660280" cy="9157332"/>
            <a:chOff x="-2758140" y="-1557508"/>
            <a:chExt cx="14660280" cy="6867999"/>
          </a:xfrm>
        </p:grpSpPr>
        <p:grpSp>
          <p:nvGrpSpPr>
            <p:cNvPr id="34" name="Google Shape;34;p3"/>
            <p:cNvGrpSpPr/>
            <p:nvPr/>
          </p:nvGrpSpPr>
          <p:grpSpPr>
            <a:xfrm>
              <a:off x="-2758140" y="-1557508"/>
              <a:ext cx="14660280" cy="2441322"/>
              <a:chOff x="-3148866" y="-1557508"/>
              <a:chExt cx="14660280" cy="2441322"/>
            </a:xfrm>
          </p:grpSpPr>
          <p:sp>
            <p:nvSpPr>
              <p:cNvPr id="35" name="Google Shape;35;p3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93902" y="-585149"/>
              <a:ext cx="8806826" cy="5895640"/>
              <a:chOff x="93902" y="-585149"/>
              <a:chExt cx="8806826" cy="5895640"/>
            </a:xfrm>
          </p:grpSpPr>
          <p:sp>
            <p:nvSpPr>
              <p:cNvPr id="38" name="Google Shape;38;p3"/>
              <p:cNvSpPr/>
              <p:nvPr/>
            </p:nvSpPr>
            <p:spPr>
              <a:xfrm flipH="1">
                <a:off x="461786" y="980024"/>
                <a:ext cx="251315" cy="251315"/>
              </a:xfrm>
              <a:custGeom>
                <a:avLst/>
                <a:gdLst/>
                <a:ahLst/>
                <a:cxnLst/>
                <a:rect l="l" t="t" r="r" b="b"/>
                <a:pathLst>
                  <a:path w="207698" h="207698" extrusionOk="0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" name="Google Shape;39;p3"/>
              <p:cNvGrpSpPr/>
              <p:nvPr/>
            </p:nvGrpSpPr>
            <p:grpSpPr>
              <a:xfrm rot="5400000">
                <a:off x="8024436" y="1550521"/>
                <a:ext cx="1275844" cy="476741"/>
                <a:chOff x="1029776" y="-2882299"/>
                <a:chExt cx="700397" cy="261744"/>
              </a:xfrm>
            </p:grpSpPr>
            <p:sp>
              <p:nvSpPr>
                <p:cNvPr id="40" name="Google Shape;40;p3"/>
                <p:cNvSpPr/>
                <p:nvPr/>
              </p:nvSpPr>
              <p:spPr>
                <a:xfrm>
                  <a:off x="1029776" y="-2882299"/>
                  <a:ext cx="700397" cy="109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41;p3"/>
                <p:cNvSpPr/>
                <p:nvPr/>
              </p:nvSpPr>
              <p:spPr>
                <a:xfrm>
                  <a:off x="1029776" y="-2730306"/>
                  <a:ext cx="700397" cy="109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" name="Google Shape;42;p3"/>
              <p:cNvSpPr/>
              <p:nvPr/>
            </p:nvSpPr>
            <p:spPr>
              <a:xfrm flipH="1">
                <a:off x="8185693" y="4262963"/>
                <a:ext cx="476681" cy="476681"/>
              </a:xfrm>
              <a:custGeom>
                <a:avLst/>
                <a:gdLst/>
                <a:ahLst/>
                <a:cxnLst/>
                <a:rect l="l" t="t" r="r" b="b"/>
                <a:pathLst>
                  <a:path w="342936" h="342936" extrusionOk="0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" name="Google Shape;43;p3"/>
              <p:cNvGrpSpPr/>
              <p:nvPr/>
            </p:nvGrpSpPr>
            <p:grpSpPr>
              <a:xfrm flipH="1">
                <a:off x="237135" y="4834532"/>
                <a:ext cx="951919" cy="475959"/>
                <a:chOff x="6896277" y="-5142175"/>
                <a:chExt cx="803104" cy="401551"/>
              </a:xfrm>
            </p:grpSpPr>
            <p:sp>
              <p:nvSpPr>
                <p:cNvPr id="44" name="Google Shape;44;p3"/>
                <p:cNvSpPr/>
                <p:nvPr/>
              </p:nvSpPr>
              <p:spPr>
                <a:xfrm>
                  <a:off x="6896277" y="-5142175"/>
                  <a:ext cx="803104" cy="401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805" h="535402" extrusionOk="0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7118908" y="-4919517"/>
                  <a:ext cx="357788" cy="178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050" h="238524" extrusionOk="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" name="Google Shape;46;p3"/>
              <p:cNvSpPr/>
              <p:nvPr/>
            </p:nvSpPr>
            <p:spPr>
              <a:xfrm>
                <a:off x="93902" y="4358096"/>
                <a:ext cx="286459" cy="286459"/>
              </a:xfrm>
              <a:custGeom>
                <a:avLst/>
                <a:gdLst/>
                <a:ahLst/>
                <a:cxnLst/>
                <a:rect l="l" t="t" r="r" b="b"/>
                <a:pathLst>
                  <a:path w="836378" h="836378" extrusionOk="0">
                    <a:moveTo>
                      <a:pt x="836379" y="418189"/>
                    </a:moveTo>
                    <a:cubicBezTo>
                      <a:pt x="836379" y="649149"/>
                      <a:pt x="649149" y="836379"/>
                      <a:pt x="418189" y="836379"/>
                    </a:cubicBezTo>
                    <a:cubicBezTo>
                      <a:pt x="187229" y="836379"/>
                      <a:pt x="0" y="649149"/>
                      <a:pt x="0" y="418189"/>
                    </a:cubicBezTo>
                    <a:cubicBezTo>
                      <a:pt x="0" y="187230"/>
                      <a:pt x="187229" y="0"/>
                      <a:pt x="418189" y="0"/>
                    </a:cubicBezTo>
                    <a:cubicBezTo>
                      <a:pt x="649149" y="0"/>
                      <a:pt x="836379" y="187230"/>
                      <a:pt x="836379" y="4181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842424" y="281626"/>
                <a:ext cx="343267" cy="343267"/>
              </a:xfrm>
              <a:custGeom>
                <a:avLst/>
                <a:gdLst/>
                <a:ahLst/>
                <a:cxnLst/>
                <a:rect l="l" t="t" r="r" b="b"/>
                <a:pathLst>
                  <a:path w="635679" h="635679" extrusionOk="0">
                    <a:moveTo>
                      <a:pt x="635680" y="317840"/>
                    </a:moveTo>
                    <a:cubicBezTo>
                      <a:pt x="635680" y="493378"/>
                      <a:pt x="493378" y="635680"/>
                      <a:pt x="317840" y="635680"/>
                    </a:cubicBezTo>
                    <a:cubicBezTo>
                      <a:pt x="142302" y="635680"/>
                      <a:pt x="0" y="493378"/>
                      <a:pt x="0" y="317840"/>
                    </a:cubicBezTo>
                    <a:cubicBezTo>
                      <a:pt x="0" y="142302"/>
                      <a:pt x="142302" y="0"/>
                      <a:pt x="317840" y="0"/>
                    </a:cubicBezTo>
                    <a:cubicBezTo>
                      <a:pt x="493378" y="0"/>
                      <a:pt x="635680" y="142302"/>
                      <a:pt x="635680" y="31784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" name="Google Shape;48;p3"/>
              <p:cNvGrpSpPr/>
              <p:nvPr/>
            </p:nvGrpSpPr>
            <p:grpSpPr>
              <a:xfrm rot="5400000">
                <a:off x="648185" y="-379941"/>
                <a:ext cx="1085831" cy="675413"/>
                <a:chOff x="4274895" y="3432746"/>
                <a:chExt cx="740272" cy="460467"/>
              </a:xfrm>
            </p:grpSpPr>
            <p:sp>
              <p:nvSpPr>
                <p:cNvPr id="49" name="Google Shape;49;p3"/>
                <p:cNvSpPr/>
                <p:nvPr/>
              </p:nvSpPr>
              <p:spPr>
                <a:xfrm>
                  <a:off x="4274895" y="3432746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4410106" y="3432746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4545290" y="3432746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4680500" y="3432746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4815711" y="3432746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>
                  <a:off x="4950513" y="3432746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5" name="Google Shape;55;p3"/>
          <p:cNvSpPr txBox="1">
            <a:spLocks noGrp="1"/>
          </p:cNvSpPr>
          <p:nvPr>
            <p:ph type="title" hasCustomPrompt="1"/>
          </p:nvPr>
        </p:nvSpPr>
        <p:spPr>
          <a:xfrm>
            <a:off x="3815700" y="2481160"/>
            <a:ext cx="1512600" cy="126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Black"/>
              <a:buNone/>
              <a:defRPr sz="55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6" name="Google Shape;56;p3"/>
          <p:cNvSpPr txBox="1">
            <a:spLocks noGrp="1"/>
          </p:cNvSpPr>
          <p:nvPr>
            <p:ph type="title" idx="2"/>
          </p:nvPr>
        </p:nvSpPr>
        <p:spPr>
          <a:xfrm>
            <a:off x="2276700" y="3743173"/>
            <a:ext cx="4590600" cy="1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16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4"/>
          <p:cNvGrpSpPr/>
          <p:nvPr/>
        </p:nvGrpSpPr>
        <p:grpSpPr>
          <a:xfrm>
            <a:off x="114947" y="440330"/>
            <a:ext cx="8777986" cy="6248495"/>
            <a:chOff x="114947" y="330247"/>
            <a:chExt cx="8777986" cy="4686371"/>
          </a:xfrm>
        </p:grpSpPr>
        <p:sp>
          <p:nvSpPr>
            <p:cNvPr id="59" name="Google Shape;59;p4"/>
            <p:cNvSpPr/>
            <p:nvPr/>
          </p:nvSpPr>
          <p:spPr>
            <a:xfrm flipH="1">
              <a:off x="8077404" y="330247"/>
              <a:ext cx="286544" cy="285925"/>
            </a:xfrm>
            <a:custGeom>
              <a:avLst/>
              <a:gdLst/>
              <a:ahLst/>
              <a:cxnLst/>
              <a:rect l="l" t="t" r="r" b="b"/>
              <a:pathLst>
                <a:path w="123777" h="123777" extrusionOk="0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" name="Google Shape;60;p4"/>
            <p:cNvGrpSpPr/>
            <p:nvPr/>
          </p:nvGrpSpPr>
          <p:grpSpPr>
            <a:xfrm rot="10800000" flipH="1">
              <a:off x="8569567" y="330253"/>
              <a:ext cx="323366" cy="865201"/>
              <a:chOff x="14298616" y="166555"/>
              <a:chExt cx="261771" cy="700397"/>
            </a:xfrm>
          </p:grpSpPr>
          <p:sp>
            <p:nvSpPr>
              <p:cNvPr id="61" name="Google Shape;61;p4"/>
              <p:cNvSpPr/>
              <p:nvPr/>
            </p:nvSpPr>
            <p:spPr>
              <a:xfrm>
                <a:off x="14298616" y="16655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14450636" y="16655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" name="Google Shape;63;p4"/>
            <p:cNvSpPr/>
            <p:nvPr/>
          </p:nvSpPr>
          <p:spPr>
            <a:xfrm flipH="1">
              <a:off x="114947" y="4848088"/>
              <a:ext cx="168503" cy="168530"/>
            </a:xfrm>
            <a:custGeom>
              <a:avLst/>
              <a:gdLst/>
              <a:ahLst/>
              <a:cxnLst/>
              <a:rect l="l" t="t" r="r" b="b"/>
              <a:pathLst>
                <a:path w="224671" h="224707" extrusionOk="0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711900" y="1888667"/>
            <a:ext cx="3108000" cy="32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4"/>
          <p:cNvSpPr txBox="1">
            <a:spLocks noGrp="1"/>
          </p:cNvSpPr>
          <p:nvPr>
            <p:ph type="title"/>
          </p:nvPr>
        </p:nvSpPr>
        <p:spPr>
          <a:xfrm>
            <a:off x="720000" y="633133"/>
            <a:ext cx="770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3662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5"/>
          <p:cNvGrpSpPr/>
          <p:nvPr/>
        </p:nvGrpSpPr>
        <p:grpSpPr>
          <a:xfrm>
            <a:off x="151424" y="157971"/>
            <a:ext cx="8864193" cy="6568839"/>
            <a:chOff x="151423" y="118478"/>
            <a:chExt cx="8864193" cy="4926629"/>
          </a:xfrm>
        </p:grpSpPr>
        <p:sp>
          <p:nvSpPr>
            <p:cNvPr id="68" name="Google Shape;68;p5"/>
            <p:cNvSpPr/>
            <p:nvPr/>
          </p:nvSpPr>
          <p:spPr>
            <a:xfrm flipH="1">
              <a:off x="8347852" y="4626725"/>
              <a:ext cx="418382" cy="418382"/>
            </a:xfrm>
            <a:custGeom>
              <a:avLst/>
              <a:gdLst/>
              <a:ahLst/>
              <a:cxnLst/>
              <a:rect l="l" t="t" r="r" b="b"/>
              <a:pathLst>
                <a:path w="342936" h="342936" extrusionOk="0">
                  <a:moveTo>
                    <a:pt x="171468" y="0"/>
                  </a:moveTo>
                  <a:cubicBezTo>
                    <a:pt x="76776" y="0"/>
                    <a:pt x="0" y="76776"/>
                    <a:pt x="0" y="171468"/>
                  </a:cubicBezTo>
                  <a:cubicBezTo>
                    <a:pt x="0" y="266160"/>
                    <a:pt x="76776" y="342936"/>
                    <a:pt x="171468" y="342936"/>
                  </a:cubicBezTo>
                  <a:cubicBezTo>
                    <a:pt x="266160" y="342936"/>
                    <a:pt x="342936" y="266160"/>
                    <a:pt x="342936" y="171468"/>
                  </a:cubicBezTo>
                  <a:cubicBezTo>
                    <a:pt x="342936" y="76776"/>
                    <a:pt x="266160" y="0"/>
                    <a:pt x="171468" y="0"/>
                  </a:cubicBezTo>
                  <a:close/>
                  <a:moveTo>
                    <a:pt x="171468" y="281863"/>
                  </a:moveTo>
                  <a:cubicBezTo>
                    <a:pt x="110504" y="281863"/>
                    <a:pt x="61073" y="232432"/>
                    <a:pt x="61073" y="171468"/>
                  </a:cubicBezTo>
                  <a:cubicBezTo>
                    <a:pt x="61073" y="110504"/>
                    <a:pt x="110504" y="61073"/>
                    <a:pt x="171468" y="61073"/>
                  </a:cubicBezTo>
                  <a:cubicBezTo>
                    <a:pt x="232432" y="61073"/>
                    <a:pt x="281863" y="110504"/>
                    <a:pt x="281863" y="171468"/>
                  </a:cubicBezTo>
                  <a:cubicBezTo>
                    <a:pt x="281863" y="232432"/>
                    <a:pt x="232432" y="281863"/>
                    <a:pt x="171468" y="2818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 flipH="1">
              <a:off x="151423" y="328625"/>
              <a:ext cx="249238" cy="249238"/>
            </a:xfrm>
            <a:custGeom>
              <a:avLst/>
              <a:gdLst/>
              <a:ahLst/>
              <a:cxnLst/>
              <a:rect l="l" t="t" r="r" b="b"/>
              <a:pathLst>
                <a:path w="207698" h="207698" extrusionOk="0">
                  <a:moveTo>
                    <a:pt x="207698" y="89035"/>
                  </a:moveTo>
                  <a:lnTo>
                    <a:pt x="139590" y="89035"/>
                  </a:lnTo>
                  <a:lnTo>
                    <a:pt x="187752" y="40909"/>
                  </a:lnTo>
                  <a:lnTo>
                    <a:pt x="166790" y="19947"/>
                  </a:lnTo>
                  <a:lnTo>
                    <a:pt x="118664" y="68072"/>
                  </a:lnTo>
                  <a:lnTo>
                    <a:pt x="118664" y="0"/>
                  </a:lnTo>
                  <a:lnTo>
                    <a:pt x="89034" y="0"/>
                  </a:lnTo>
                  <a:lnTo>
                    <a:pt x="89034" y="68072"/>
                  </a:lnTo>
                  <a:lnTo>
                    <a:pt x="40872" y="19947"/>
                  </a:lnTo>
                  <a:lnTo>
                    <a:pt x="19947" y="40909"/>
                  </a:lnTo>
                  <a:lnTo>
                    <a:pt x="68072" y="89035"/>
                  </a:lnTo>
                  <a:lnTo>
                    <a:pt x="0" y="89035"/>
                  </a:lnTo>
                  <a:lnTo>
                    <a:pt x="0" y="118664"/>
                  </a:lnTo>
                  <a:lnTo>
                    <a:pt x="68072" y="118664"/>
                  </a:lnTo>
                  <a:lnTo>
                    <a:pt x="19947" y="166790"/>
                  </a:lnTo>
                  <a:lnTo>
                    <a:pt x="40872" y="187752"/>
                  </a:lnTo>
                  <a:lnTo>
                    <a:pt x="89034" y="139626"/>
                  </a:lnTo>
                  <a:lnTo>
                    <a:pt x="89034" y="207698"/>
                  </a:lnTo>
                  <a:lnTo>
                    <a:pt x="118664" y="207698"/>
                  </a:lnTo>
                  <a:lnTo>
                    <a:pt x="118664" y="139626"/>
                  </a:lnTo>
                  <a:lnTo>
                    <a:pt x="166790" y="187752"/>
                  </a:lnTo>
                  <a:lnTo>
                    <a:pt x="187752" y="166790"/>
                  </a:lnTo>
                  <a:lnTo>
                    <a:pt x="139590" y="118664"/>
                  </a:lnTo>
                  <a:lnTo>
                    <a:pt x="207698" y="118664"/>
                  </a:lnTo>
                  <a:lnTo>
                    <a:pt x="207698" y="890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 flipH="1">
              <a:off x="8766231" y="4377306"/>
              <a:ext cx="249385" cy="249425"/>
            </a:xfrm>
            <a:custGeom>
              <a:avLst/>
              <a:gdLst/>
              <a:ahLst/>
              <a:cxnLst/>
              <a:rect l="l" t="t" r="r" b="b"/>
              <a:pathLst>
                <a:path w="224671" h="224707" extrusionOk="0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 flipH="1">
              <a:off x="318859" y="118478"/>
              <a:ext cx="154730" cy="154730"/>
            </a:xfrm>
            <a:custGeom>
              <a:avLst/>
              <a:gdLst/>
              <a:ahLst/>
              <a:cxnLst/>
              <a:rect l="l" t="t" r="r" b="b"/>
              <a:pathLst>
                <a:path w="836378" h="836378" extrusionOk="0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p5"/>
          <p:cNvSpPr txBox="1">
            <a:spLocks noGrp="1"/>
          </p:cNvSpPr>
          <p:nvPr>
            <p:ph type="subTitle" idx="1"/>
          </p:nvPr>
        </p:nvSpPr>
        <p:spPr>
          <a:xfrm>
            <a:off x="4725033" y="2689033"/>
            <a:ext cx="3660900" cy="22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2"/>
          </p:nvPr>
        </p:nvSpPr>
        <p:spPr>
          <a:xfrm>
            <a:off x="758067" y="2689033"/>
            <a:ext cx="3664800" cy="22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title"/>
          </p:nvPr>
        </p:nvSpPr>
        <p:spPr>
          <a:xfrm>
            <a:off x="720000" y="633133"/>
            <a:ext cx="770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343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720000" y="633133"/>
            <a:ext cx="770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7" name="Google Shape;77;p6"/>
          <p:cNvGrpSpPr/>
          <p:nvPr/>
        </p:nvGrpSpPr>
        <p:grpSpPr>
          <a:xfrm>
            <a:off x="-156064" y="85330"/>
            <a:ext cx="9644769" cy="1214756"/>
            <a:chOff x="-156064" y="63997"/>
            <a:chExt cx="9644769" cy="911067"/>
          </a:xfrm>
        </p:grpSpPr>
        <p:grpSp>
          <p:nvGrpSpPr>
            <p:cNvPr id="78" name="Google Shape;78;p6"/>
            <p:cNvGrpSpPr/>
            <p:nvPr/>
          </p:nvGrpSpPr>
          <p:grpSpPr>
            <a:xfrm rot="-5400000" flipH="1">
              <a:off x="-383831" y="291764"/>
              <a:ext cx="911067" cy="455533"/>
              <a:chOff x="6083802" y="754477"/>
              <a:chExt cx="1350730" cy="675364"/>
            </a:xfrm>
          </p:grpSpPr>
          <p:sp>
            <p:nvSpPr>
              <p:cNvPr id="79" name="Google Shape;79;p6"/>
              <p:cNvSpPr/>
              <p:nvPr/>
            </p:nvSpPr>
            <p:spPr>
              <a:xfrm>
                <a:off x="6083802" y="754477"/>
                <a:ext cx="1350730" cy="675364"/>
              </a:xfrm>
              <a:custGeom>
                <a:avLst/>
                <a:gdLst/>
                <a:ahLst/>
                <a:cxnLst/>
                <a:rect l="l" t="t" r="r" b="b"/>
                <a:pathLst>
                  <a:path w="1203323" h="601661" extrusionOk="0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6393993" y="754477"/>
                <a:ext cx="776975" cy="388487"/>
              </a:xfrm>
              <a:custGeom>
                <a:avLst/>
                <a:gdLst/>
                <a:ahLst/>
                <a:cxnLst/>
                <a:rect l="l" t="t" r="r" b="b"/>
                <a:pathLst>
                  <a:path w="692183" h="346091" extrusionOk="0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" name="Google Shape;81;p6"/>
            <p:cNvGrpSpPr/>
            <p:nvPr/>
          </p:nvGrpSpPr>
          <p:grpSpPr>
            <a:xfrm>
              <a:off x="8212861" y="233271"/>
              <a:ext cx="1275844" cy="476741"/>
              <a:chOff x="1029776" y="-2882299"/>
              <a:chExt cx="700397" cy="261744"/>
            </a:xfrm>
          </p:grpSpPr>
          <p:sp>
            <p:nvSpPr>
              <p:cNvPr id="82" name="Google Shape;82;p6"/>
              <p:cNvSpPr/>
              <p:nvPr/>
            </p:nvSpPr>
            <p:spPr>
              <a:xfrm>
                <a:off x="1029776" y="-2882299"/>
                <a:ext cx="700397" cy="109751"/>
              </a:xfrm>
              <a:custGeom>
                <a:avLst/>
                <a:gdLst/>
                <a:ahLst/>
                <a:cxnLst/>
                <a:rect l="l" t="t" r="r" b="b"/>
                <a:pathLst>
                  <a:path w="933863" h="146335" extrusionOk="0">
                    <a:moveTo>
                      <a:pt x="0" y="146335"/>
                    </a:moveTo>
                    <a:lnTo>
                      <a:pt x="0" y="50156"/>
                    </a:lnTo>
                    <a:cubicBezTo>
                      <a:pt x="24770" y="50156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6"/>
                      <a:pt x="311384" y="50156"/>
                    </a:cubicBezTo>
                    <a:cubicBezTo>
                      <a:pt x="336154" y="50156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6"/>
                      <a:pt x="622624" y="50156"/>
                    </a:cubicBezTo>
                    <a:cubicBezTo>
                      <a:pt x="647358" y="50156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6"/>
                      <a:pt x="933863" y="50156"/>
                    </a:cubicBezTo>
                    <a:lnTo>
                      <a:pt x="933863" y="146335"/>
                    </a:lnTo>
                    <a:cubicBezTo>
                      <a:pt x="880805" y="146335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0"/>
                      <a:pt x="726491" y="113587"/>
                    </a:cubicBezTo>
                    <a:cubicBezTo>
                      <a:pt x="705058" y="127404"/>
                      <a:pt x="675682" y="146335"/>
                      <a:pt x="622624" y="146335"/>
                    </a:cubicBezTo>
                    <a:cubicBezTo>
                      <a:pt x="569566" y="146335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0"/>
                      <a:pt x="415252" y="113587"/>
                    </a:cubicBezTo>
                    <a:cubicBezTo>
                      <a:pt x="393818" y="127404"/>
                      <a:pt x="364442" y="146335"/>
                      <a:pt x="311384" y="146335"/>
                    </a:cubicBezTo>
                    <a:cubicBezTo>
                      <a:pt x="258326" y="146335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0"/>
                      <a:pt x="103904" y="113587"/>
                    </a:cubicBezTo>
                    <a:cubicBezTo>
                      <a:pt x="82470" y="127404"/>
                      <a:pt x="53094" y="146335"/>
                      <a:pt x="0" y="1463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1029776" y="-2730306"/>
                <a:ext cx="700397" cy="109751"/>
              </a:xfrm>
              <a:custGeom>
                <a:avLst/>
                <a:gdLst/>
                <a:ahLst/>
                <a:cxnLst/>
                <a:rect l="l" t="t" r="r" b="b"/>
                <a:pathLst>
                  <a:path w="933863" h="146335" extrusionOk="0">
                    <a:moveTo>
                      <a:pt x="0" y="146336"/>
                    </a:moveTo>
                    <a:lnTo>
                      <a:pt x="0" y="50157"/>
                    </a:lnTo>
                    <a:cubicBezTo>
                      <a:pt x="24770" y="50157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7"/>
                      <a:pt x="311384" y="50157"/>
                    </a:cubicBezTo>
                    <a:cubicBezTo>
                      <a:pt x="336154" y="50157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7"/>
                      <a:pt x="622624" y="50157"/>
                    </a:cubicBezTo>
                    <a:cubicBezTo>
                      <a:pt x="647358" y="50157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7"/>
                      <a:pt x="933863" y="50157"/>
                    </a:cubicBezTo>
                    <a:lnTo>
                      <a:pt x="933863" y="146336"/>
                    </a:lnTo>
                    <a:cubicBezTo>
                      <a:pt x="880805" y="146336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1"/>
                      <a:pt x="726491" y="113587"/>
                    </a:cubicBezTo>
                    <a:cubicBezTo>
                      <a:pt x="705058" y="127404"/>
                      <a:pt x="675682" y="146336"/>
                      <a:pt x="622624" y="146336"/>
                    </a:cubicBezTo>
                    <a:cubicBezTo>
                      <a:pt x="569566" y="146336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1"/>
                      <a:pt x="415252" y="113587"/>
                    </a:cubicBezTo>
                    <a:cubicBezTo>
                      <a:pt x="393818" y="127404"/>
                      <a:pt x="364442" y="146336"/>
                      <a:pt x="311384" y="146336"/>
                    </a:cubicBezTo>
                    <a:cubicBezTo>
                      <a:pt x="258326" y="146336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1"/>
                      <a:pt x="103904" y="113587"/>
                    </a:cubicBezTo>
                    <a:cubicBezTo>
                      <a:pt x="82470" y="127404"/>
                      <a:pt x="53094" y="146336"/>
                      <a:pt x="0" y="1463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702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7"/>
          <p:cNvGrpSpPr/>
          <p:nvPr/>
        </p:nvGrpSpPr>
        <p:grpSpPr>
          <a:xfrm>
            <a:off x="112448" y="83767"/>
            <a:ext cx="8915661" cy="6604096"/>
            <a:chOff x="112447" y="62825"/>
            <a:chExt cx="8915661" cy="4953072"/>
          </a:xfrm>
        </p:grpSpPr>
        <p:sp>
          <p:nvSpPr>
            <p:cNvPr id="86" name="Google Shape;86;p7"/>
            <p:cNvSpPr/>
            <p:nvPr/>
          </p:nvSpPr>
          <p:spPr>
            <a:xfrm flipH="1">
              <a:off x="8530079" y="4729972"/>
              <a:ext cx="286544" cy="285925"/>
            </a:xfrm>
            <a:custGeom>
              <a:avLst/>
              <a:gdLst/>
              <a:ahLst/>
              <a:cxnLst/>
              <a:rect l="l" t="t" r="r" b="b"/>
              <a:pathLst>
                <a:path w="123777" h="123777" extrusionOk="0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" name="Google Shape;87;p7"/>
            <p:cNvGrpSpPr/>
            <p:nvPr/>
          </p:nvGrpSpPr>
          <p:grpSpPr>
            <a:xfrm rot="10800000" flipH="1">
              <a:off x="8704742" y="3728878"/>
              <a:ext cx="323366" cy="865201"/>
              <a:chOff x="14340994" y="-70695"/>
              <a:chExt cx="261771" cy="700397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14340994" y="-7069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14493014" y="-7069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" name="Google Shape;90;p7"/>
            <p:cNvSpPr/>
            <p:nvPr/>
          </p:nvSpPr>
          <p:spPr>
            <a:xfrm>
              <a:off x="194238" y="62825"/>
              <a:ext cx="384946" cy="384946"/>
            </a:xfrm>
            <a:custGeom>
              <a:avLst/>
              <a:gdLst/>
              <a:ahLst/>
              <a:cxnLst/>
              <a:rect l="l" t="t" r="r" b="b"/>
              <a:pathLst>
                <a:path w="342936" h="342936" extrusionOk="0">
                  <a:moveTo>
                    <a:pt x="171468" y="0"/>
                  </a:moveTo>
                  <a:cubicBezTo>
                    <a:pt x="76776" y="0"/>
                    <a:pt x="0" y="76776"/>
                    <a:pt x="0" y="171468"/>
                  </a:cubicBezTo>
                  <a:cubicBezTo>
                    <a:pt x="0" y="266160"/>
                    <a:pt x="76776" y="342936"/>
                    <a:pt x="171468" y="342936"/>
                  </a:cubicBezTo>
                  <a:cubicBezTo>
                    <a:pt x="266160" y="342936"/>
                    <a:pt x="342936" y="266160"/>
                    <a:pt x="342936" y="171468"/>
                  </a:cubicBezTo>
                  <a:cubicBezTo>
                    <a:pt x="342936" y="76776"/>
                    <a:pt x="266160" y="0"/>
                    <a:pt x="171468" y="0"/>
                  </a:cubicBezTo>
                  <a:close/>
                  <a:moveTo>
                    <a:pt x="171468" y="281863"/>
                  </a:moveTo>
                  <a:cubicBezTo>
                    <a:pt x="110504" y="281863"/>
                    <a:pt x="61073" y="232432"/>
                    <a:pt x="61073" y="171468"/>
                  </a:cubicBezTo>
                  <a:cubicBezTo>
                    <a:pt x="61073" y="110504"/>
                    <a:pt x="110504" y="61073"/>
                    <a:pt x="171468" y="61073"/>
                  </a:cubicBezTo>
                  <a:cubicBezTo>
                    <a:pt x="232432" y="61073"/>
                    <a:pt x="281863" y="110504"/>
                    <a:pt x="281863" y="171468"/>
                  </a:cubicBezTo>
                  <a:cubicBezTo>
                    <a:pt x="281863" y="232432"/>
                    <a:pt x="232432" y="281863"/>
                    <a:pt x="171468" y="2818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 flipH="1">
              <a:off x="112447" y="523113"/>
              <a:ext cx="168503" cy="168530"/>
            </a:xfrm>
            <a:custGeom>
              <a:avLst/>
              <a:gdLst/>
              <a:ahLst/>
              <a:cxnLst/>
              <a:rect l="l" t="t" r="r" b="b"/>
              <a:pathLst>
                <a:path w="224671" h="224707" extrusionOk="0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7"/>
          <p:cNvSpPr txBox="1">
            <a:spLocks noGrp="1"/>
          </p:cNvSpPr>
          <p:nvPr>
            <p:ph type="subTitle" idx="1"/>
          </p:nvPr>
        </p:nvSpPr>
        <p:spPr>
          <a:xfrm>
            <a:off x="905125" y="2504567"/>
            <a:ext cx="4104900" cy="23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720000" y="633133"/>
            <a:ext cx="770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36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>
            <a:spLocks noGrp="1"/>
          </p:cNvSpPr>
          <p:nvPr>
            <p:ph type="title"/>
          </p:nvPr>
        </p:nvSpPr>
        <p:spPr>
          <a:xfrm>
            <a:off x="2317950" y="1742800"/>
            <a:ext cx="45081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6" name="Google Shape;96;p8"/>
          <p:cNvGrpSpPr/>
          <p:nvPr/>
        </p:nvGrpSpPr>
        <p:grpSpPr>
          <a:xfrm>
            <a:off x="-2758140" y="-2076677"/>
            <a:ext cx="14660280" cy="10614777"/>
            <a:chOff x="-2758140" y="-1557508"/>
            <a:chExt cx="14660280" cy="7961083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-2758140" y="-1557508"/>
              <a:ext cx="14660280" cy="2441322"/>
              <a:chOff x="-3148866" y="-1557508"/>
              <a:chExt cx="14660280" cy="2441322"/>
            </a:xfrm>
          </p:grpSpPr>
          <p:sp>
            <p:nvSpPr>
              <p:cNvPr id="98" name="Google Shape;98;p8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8"/>
            <p:cNvGrpSpPr/>
            <p:nvPr/>
          </p:nvGrpSpPr>
          <p:grpSpPr>
            <a:xfrm>
              <a:off x="96643" y="-185591"/>
              <a:ext cx="9511162" cy="6589166"/>
              <a:chOff x="96643" y="-185591"/>
              <a:chExt cx="9511162" cy="6589166"/>
            </a:xfrm>
          </p:grpSpPr>
          <p:sp>
            <p:nvSpPr>
              <p:cNvPr id="101" name="Google Shape;101;p8"/>
              <p:cNvSpPr/>
              <p:nvPr/>
            </p:nvSpPr>
            <p:spPr>
              <a:xfrm flipH="1">
                <a:off x="988224" y="372624"/>
                <a:ext cx="251315" cy="251315"/>
              </a:xfrm>
              <a:custGeom>
                <a:avLst/>
                <a:gdLst/>
                <a:ahLst/>
                <a:cxnLst/>
                <a:rect l="l" t="t" r="r" b="b"/>
                <a:pathLst>
                  <a:path w="207698" h="207698" extrusionOk="0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8"/>
              <p:cNvGrpSpPr/>
              <p:nvPr/>
            </p:nvGrpSpPr>
            <p:grpSpPr>
              <a:xfrm>
                <a:off x="7409911" y="-185591"/>
                <a:ext cx="1275844" cy="476741"/>
                <a:chOff x="1029776" y="-2882299"/>
                <a:chExt cx="700397" cy="261744"/>
              </a:xfrm>
            </p:grpSpPr>
            <p:sp>
              <p:nvSpPr>
                <p:cNvPr id="103" name="Google Shape;103;p8"/>
                <p:cNvSpPr/>
                <p:nvPr/>
              </p:nvSpPr>
              <p:spPr>
                <a:xfrm>
                  <a:off x="1029776" y="-2882299"/>
                  <a:ext cx="700397" cy="109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8"/>
                <p:cNvSpPr/>
                <p:nvPr/>
              </p:nvSpPr>
              <p:spPr>
                <a:xfrm>
                  <a:off x="1029776" y="-2730306"/>
                  <a:ext cx="700397" cy="109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5" name="Google Shape;105;p8"/>
              <p:cNvSpPr/>
              <p:nvPr/>
            </p:nvSpPr>
            <p:spPr>
              <a:xfrm flipH="1">
                <a:off x="96643" y="4104588"/>
                <a:ext cx="476681" cy="476681"/>
              </a:xfrm>
              <a:custGeom>
                <a:avLst/>
                <a:gdLst/>
                <a:ahLst/>
                <a:cxnLst/>
                <a:rect l="l" t="t" r="r" b="b"/>
                <a:pathLst>
                  <a:path w="342936" h="342936" extrusionOk="0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6" name="Google Shape;106;p8"/>
              <p:cNvGrpSpPr/>
              <p:nvPr/>
            </p:nvGrpSpPr>
            <p:grpSpPr>
              <a:xfrm rot="-5400000" flipH="1">
                <a:off x="7832003" y="4627772"/>
                <a:ext cx="2367791" cy="1183814"/>
                <a:chOff x="6896277" y="-5142175"/>
                <a:chExt cx="803104" cy="401551"/>
              </a:xfrm>
            </p:grpSpPr>
            <p:sp>
              <p:nvSpPr>
                <p:cNvPr id="107" name="Google Shape;107;p8"/>
                <p:cNvSpPr/>
                <p:nvPr/>
              </p:nvSpPr>
              <p:spPr>
                <a:xfrm>
                  <a:off x="6896277" y="-5142175"/>
                  <a:ext cx="803104" cy="401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805" h="535402" extrusionOk="0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8"/>
                <p:cNvSpPr/>
                <p:nvPr/>
              </p:nvSpPr>
              <p:spPr>
                <a:xfrm>
                  <a:off x="7118908" y="-4919517"/>
                  <a:ext cx="357788" cy="178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050" h="238524" extrusionOk="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9" name="Google Shape;109;p8"/>
              <p:cNvSpPr/>
              <p:nvPr/>
            </p:nvSpPr>
            <p:spPr>
              <a:xfrm>
                <a:off x="461777" y="4695133"/>
                <a:ext cx="286459" cy="286459"/>
              </a:xfrm>
              <a:custGeom>
                <a:avLst/>
                <a:gdLst/>
                <a:ahLst/>
                <a:cxnLst/>
                <a:rect l="l" t="t" r="r" b="b"/>
                <a:pathLst>
                  <a:path w="836378" h="836378" extrusionOk="0">
                    <a:moveTo>
                      <a:pt x="836379" y="418189"/>
                    </a:moveTo>
                    <a:cubicBezTo>
                      <a:pt x="836379" y="649149"/>
                      <a:pt x="649149" y="836379"/>
                      <a:pt x="418189" y="836379"/>
                    </a:cubicBezTo>
                    <a:cubicBezTo>
                      <a:pt x="187229" y="836379"/>
                      <a:pt x="0" y="649149"/>
                      <a:pt x="0" y="418189"/>
                    </a:cubicBezTo>
                    <a:cubicBezTo>
                      <a:pt x="0" y="187230"/>
                      <a:pt x="187229" y="0"/>
                      <a:pt x="418189" y="0"/>
                    </a:cubicBezTo>
                    <a:cubicBezTo>
                      <a:pt x="649149" y="0"/>
                      <a:pt x="836379" y="187230"/>
                      <a:pt x="836379" y="4181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472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2135550" y="1687067"/>
            <a:ext cx="48729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ubTitle" idx="1"/>
          </p:nvPr>
        </p:nvSpPr>
        <p:spPr>
          <a:xfrm>
            <a:off x="2135550" y="4204667"/>
            <a:ext cx="48729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3" name="Google Shape;113;p9"/>
          <p:cNvGrpSpPr/>
          <p:nvPr/>
        </p:nvGrpSpPr>
        <p:grpSpPr>
          <a:xfrm>
            <a:off x="96569" y="-1048685"/>
            <a:ext cx="8785186" cy="7775116"/>
            <a:chOff x="96569" y="-786514"/>
            <a:chExt cx="8785186" cy="5831337"/>
          </a:xfrm>
        </p:grpSpPr>
        <p:grpSp>
          <p:nvGrpSpPr>
            <p:cNvPr id="114" name="Google Shape;114;p9"/>
            <p:cNvGrpSpPr/>
            <p:nvPr/>
          </p:nvGrpSpPr>
          <p:grpSpPr>
            <a:xfrm rot="5400000" flipH="1">
              <a:off x="1324312" y="-380059"/>
              <a:ext cx="1298070" cy="485159"/>
              <a:chOff x="540500" y="421329"/>
              <a:chExt cx="1298070" cy="485159"/>
            </a:xfrm>
          </p:grpSpPr>
          <p:sp>
            <p:nvSpPr>
              <p:cNvPr id="115" name="Google Shape;115;p9"/>
              <p:cNvSpPr/>
              <p:nvPr/>
            </p:nvSpPr>
            <p:spPr>
              <a:xfrm>
                <a:off x="540500" y="421329"/>
                <a:ext cx="1298070" cy="203406"/>
              </a:xfrm>
              <a:custGeom>
                <a:avLst/>
                <a:gdLst/>
                <a:ahLst/>
                <a:cxnLst/>
                <a:rect l="l" t="t" r="r" b="b"/>
                <a:pathLst>
                  <a:path w="933863" h="146335" extrusionOk="0">
                    <a:moveTo>
                      <a:pt x="0" y="146335"/>
                    </a:moveTo>
                    <a:lnTo>
                      <a:pt x="0" y="50156"/>
                    </a:lnTo>
                    <a:cubicBezTo>
                      <a:pt x="24770" y="50156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6"/>
                      <a:pt x="311384" y="50156"/>
                    </a:cubicBezTo>
                    <a:cubicBezTo>
                      <a:pt x="336154" y="50156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6"/>
                      <a:pt x="622624" y="50156"/>
                    </a:cubicBezTo>
                    <a:cubicBezTo>
                      <a:pt x="647358" y="50156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6"/>
                      <a:pt x="933863" y="50156"/>
                    </a:cubicBezTo>
                    <a:lnTo>
                      <a:pt x="933863" y="146335"/>
                    </a:lnTo>
                    <a:cubicBezTo>
                      <a:pt x="880805" y="146335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0"/>
                      <a:pt x="726491" y="113587"/>
                    </a:cubicBezTo>
                    <a:cubicBezTo>
                      <a:pt x="705058" y="127404"/>
                      <a:pt x="675682" y="146335"/>
                      <a:pt x="622624" y="146335"/>
                    </a:cubicBezTo>
                    <a:cubicBezTo>
                      <a:pt x="569566" y="146335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0"/>
                      <a:pt x="415252" y="113587"/>
                    </a:cubicBezTo>
                    <a:cubicBezTo>
                      <a:pt x="393818" y="127404"/>
                      <a:pt x="364442" y="146335"/>
                      <a:pt x="311384" y="146335"/>
                    </a:cubicBezTo>
                    <a:cubicBezTo>
                      <a:pt x="258326" y="146335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0"/>
                      <a:pt x="103904" y="113587"/>
                    </a:cubicBezTo>
                    <a:cubicBezTo>
                      <a:pt x="82470" y="127404"/>
                      <a:pt x="53094" y="146335"/>
                      <a:pt x="0" y="1463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9"/>
              <p:cNvSpPr/>
              <p:nvPr/>
            </p:nvSpPr>
            <p:spPr>
              <a:xfrm>
                <a:off x="540500" y="703082"/>
                <a:ext cx="1298070" cy="203406"/>
              </a:xfrm>
              <a:custGeom>
                <a:avLst/>
                <a:gdLst/>
                <a:ahLst/>
                <a:cxnLst/>
                <a:rect l="l" t="t" r="r" b="b"/>
                <a:pathLst>
                  <a:path w="933863" h="146335" extrusionOk="0">
                    <a:moveTo>
                      <a:pt x="0" y="146336"/>
                    </a:moveTo>
                    <a:lnTo>
                      <a:pt x="0" y="50157"/>
                    </a:lnTo>
                    <a:cubicBezTo>
                      <a:pt x="24770" y="50157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7"/>
                      <a:pt x="311384" y="50157"/>
                    </a:cubicBezTo>
                    <a:cubicBezTo>
                      <a:pt x="336154" y="50157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7"/>
                      <a:pt x="622624" y="50157"/>
                    </a:cubicBezTo>
                    <a:cubicBezTo>
                      <a:pt x="647358" y="50157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7"/>
                      <a:pt x="933863" y="50157"/>
                    </a:cubicBezTo>
                    <a:lnTo>
                      <a:pt x="933863" y="146336"/>
                    </a:lnTo>
                    <a:cubicBezTo>
                      <a:pt x="880805" y="146336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1"/>
                      <a:pt x="726491" y="113587"/>
                    </a:cubicBezTo>
                    <a:cubicBezTo>
                      <a:pt x="705058" y="127404"/>
                      <a:pt x="675682" y="146336"/>
                      <a:pt x="622624" y="146336"/>
                    </a:cubicBezTo>
                    <a:cubicBezTo>
                      <a:pt x="569566" y="146336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1"/>
                      <a:pt x="415252" y="113587"/>
                    </a:cubicBezTo>
                    <a:cubicBezTo>
                      <a:pt x="393818" y="127404"/>
                      <a:pt x="364442" y="146336"/>
                      <a:pt x="311384" y="146336"/>
                    </a:cubicBezTo>
                    <a:cubicBezTo>
                      <a:pt x="258326" y="146336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1"/>
                      <a:pt x="103904" y="113587"/>
                    </a:cubicBezTo>
                    <a:cubicBezTo>
                      <a:pt x="82470" y="127404"/>
                      <a:pt x="53094" y="146336"/>
                      <a:pt x="0" y="1463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" name="Google Shape;117;p9"/>
            <p:cNvSpPr/>
            <p:nvPr/>
          </p:nvSpPr>
          <p:spPr>
            <a:xfrm flipH="1">
              <a:off x="8463373" y="3719475"/>
              <a:ext cx="418382" cy="418382"/>
            </a:xfrm>
            <a:custGeom>
              <a:avLst/>
              <a:gdLst/>
              <a:ahLst/>
              <a:cxnLst/>
              <a:rect l="l" t="t" r="r" b="b"/>
              <a:pathLst>
                <a:path w="342936" h="342936" extrusionOk="0">
                  <a:moveTo>
                    <a:pt x="171468" y="0"/>
                  </a:moveTo>
                  <a:cubicBezTo>
                    <a:pt x="76776" y="0"/>
                    <a:pt x="0" y="76776"/>
                    <a:pt x="0" y="171468"/>
                  </a:cubicBezTo>
                  <a:cubicBezTo>
                    <a:pt x="0" y="266160"/>
                    <a:pt x="76776" y="342936"/>
                    <a:pt x="171468" y="342936"/>
                  </a:cubicBezTo>
                  <a:cubicBezTo>
                    <a:pt x="266160" y="342936"/>
                    <a:pt x="342936" y="266160"/>
                    <a:pt x="342936" y="171468"/>
                  </a:cubicBezTo>
                  <a:cubicBezTo>
                    <a:pt x="342936" y="76776"/>
                    <a:pt x="266160" y="0"/>
                    <a:pt x="171468" y="0"/>
                  </a:cubicBezTo>
                  <a:close/>
                  <a:moveTo>
                    <a:pt x="171468" y="281863"/>
                  </a:moveTo>
                  <a:cubicBezTo>
                    <a:pt x="110504" y="281863"/>
                    <a:pt x="61073" y="232432"/>
                    <a:pt x="61073" y="171468"/>
                  </a:cubicBezTo>
                  <a:cubicBezTo>
                    <a:pt x="61073" y="110504"/>
                    <a:pt x="110504" y="61073"/>
                    <a:pt x="171468" y="61073"/>
                  </a:cubicBezTo>
                  <a:cubicBezTo>
                    <a:pt x="232432" y="61073"/>
                    <a:pt x="281863" y="110504"/>
                    <a:pt x="281863" y="171468"/>
                  </a:cubicBezTo>
                  <a:cubicBezTo>
                    <a:pt x="281863" y="232432"/>
                    <a:pt x="232432" y="281863"/>
                    <a:pt x="171468" y="2818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" name="Google Shape;118;p9"/>
            <p:cNvGrpSpPr/>
            <p:nvPr/>
          </p:nvGrpSpPr>
          <p:grpSpPr>
            <a:xfrm flipH="1">
              <a:off x="7750729" y="4369409"/>
              <a:ext cx="1085831" cy="675413"/>
              <a:chOff x="4274895" y="3528397"/>
              <a:chExt cx="740272" cy="460467"/>
            </a:xfrm>
          </p:grpSpPr>
          <p:sp>
            <p:nvSpPr>
              <p:cNvPr id="119" name="Google Shape;119;p9"/>
              <p:cNvSpPr/>
              <p:nvPr/>
            </p:nvSpPr>
            <p:spPr>
              <a:xfrm>
                <a:off x="4274895" y="3528397"/>
                <a:ext cx="64654" cy="460467"/>
              </a:xfrm>
              <a:custGeom>
                <a:avLst/>
                <a:gdLst/>
                <a:ahLst/>
                <a:cxnLst/>
                <a:rect l="l" t="t" r="r" b="b"/>
                <a:pathLst>
                  <a:path w="86205" h="613956" extrusionOk="0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9"/>
              <p:cNvSpPr/>
              <p:nvPr/>
            </p:nvSpPr>
            <p:spPr>
              <a:xfrm>
                <a:off x="4410106" y="3528397"/>
                <a:ext cx="64654" cy="460467"/>
              </a:xfrm>
              <a:custGeom>
                <a:avLst/>
                <a:gdLst/>
                <a:ahLst/>
                <a:cxnLst/>
                <a:rect l="l" t="t" r="r" b="b"/>
                <a:pathLst>
                  <a:path w="86205" h="613956" extrusionOk="0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9"/>
              <p:cNvSpPr/>
              <p:nvPr/>
            </p:nvSpPr>
            <p:spPr>
              <a:xfrm>
                <a:off x="4545290" y="3528397"/>
                <a:ext cx="64654" cy="460467"/>
              </a:xfrm>
              <a:custGeom>
                <a:avLst/>
                <a:gdLst/>
                <a:ahLst/>
                <a:cxnLst/>
                <a:rect l="l" t="t" r="r" b="b"/>
                <a:pathLst>
                  <a:path w="86205" h="613956" extrusionOk="0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>
                <a:off x="4680500" y="3528397"/>
                <a:ext cx="64654" cy="460467"/>
              </a:xfrm>
              <a:custGeom>
                <a:avLst/>
                <a:gdLst/>
                <a:ahLst/>
                <a:cxnLst/>
                <a:rect l="l" t="t" r="r" b="b"/>
                <a:pathLst>
                  <a:path w="86205" h="613956" extrusionOk="0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>
                <a:off x="4815711" y="3528397"/>
                <a:ext cx="64654" cy="460467"/>
              </a:xfrm>
              <a:custGeom>
                <a:avLst/>
                <a:gdLst/>
                <a:ahLst/>
                <a:cxnLst/>
                <a:rect l="l" t="t" r="r" b="b"/>
                <a:pathLst>
                  <a:path w="86205" h="613956" extrusionOk="0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9"/>
              <p:cNvSpPr/>
              <p:nvPr/>
            </p:nvSpPr>
            <p:spPr>
              <a:xfrm>
                <a:off x="4950513" y="3528397"/>
                <a:ext cx="64654" cy="460467"/>
              </a:xfrm>
              <a:custGeom>
                <a:avLst/>
                <a:gdLst/>
                <a:ahLst/>
                <a:cxnLst/>
                <a:rect l="l" t="t" r="r" b="b"/>
                <a:pathLst>
                  <a:path w="86205" h="613956" extrusionOk="0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9"/>
            <p:cNvGrpSpPr/>
            <p:nvPr/>
          </p:nvGrpSpPr>
          <p:grpSpPr>
            <a:xfrm flipH="1">
              <a:off x="6730545" y="-201421"/>
              <a:ext cx="1425966" cy="712982"/>
              <a:chOff x="6083802" y="754477"/>
              <a:chExt cx="1350730" cy="675364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6083802" y="754477"/>
                <a:ext cx="1350730" cy="675364"/>
              </a:xfrm>
              <a:custGeom>
                <a:avLst/>
                <a:gdLst/>
                <a:ahLst/>
                <a:cxnLst/>
                <a:rect l="l" t="t" r="r" b="b"/>
                <a:pathLst>
                  <a:path w="1203323" h="601661" extrusionOk="0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6393993" y="754477"/>
                <a:ext cx="776975" cy="388487"/>
              </a:xfrm>
              <a:custGeom>
                <a:avLst/>
                <a:gdLst/>
                <a:ahLst/>
                <a:cxnLst/>
                <a:rect l="l" t="t" r="r" b="b"/>
                <a:pathLst>
                  <a:path w="692183" h="346091" extrusionOk="0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" name="Google Shape;128;p9"/>
            <p:cNvSpPr/>
            <p:nvPr/>
          </p:nvSpPr>
          <p:spPr>
            <a:xfrm flipH="1">
              <a:off x="560201" y="511556"/>
              <a:ext cx="249385" cy="249425"/>
            </a:xfrm>
            <a:custGeom>
              <a:avLst/>
              <a:gdLst/>
              <a:ahLst/>
              <a:cxnLst/>
              <a:rect l="l" t="t" r="r" b="b"/>
              <a:pathLst>
                <a:path w="224671" h="224707" extrusionOk="0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 flipH="1">
              <a:off x="96569" y="760963"/>
              <a:ext cx="713012" cy="713012"/>
            </a:xfrm>
            <a:custGeom>
              <a:avLst/>
              <a:gdLst/>
              <a:ahLst/>
              <a:cxnLst/>
              <a:rect l="l" t="t" r="r" b="b"/>
              <a:pathLst>
                <a:path w="836378" h="836378" extrusionOk="0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870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>
            <a:spLocks noGrp="1"/>
          </p:cNvSpPr>
          <p:nvPr>
            <p:ph type="pic" idx="2"/>
          </p:nvPr>
        </p:nvSpPr>
        <p:spPr>
          <a:xfrm>
            <a:off x="-1125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720000" y="5352600"/>
            <a:ext cx="7704000" cy="76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19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222900"/>
            <a:ext cx="6576000" cy="17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11"/>
          <p:cNvSpPr txBox="1">
            <a:spLocks noGrp="1"/>
          </p:cNvSpPr>
          <p:nvPr>
            <p:ph type="subTitle" idx="1"/>
          </p:nvPr>
        </p:nvSpPr>
        <p:spPr>
          <a:xfrm>
            <a:off x="1284000" y="3972300"/>
            <a:ext cx="6576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9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36" name="Google Shape;136;p11"/>
          <p:cNvGrpSpPr/>
          <p:nvPr/>
        </p:nvGrpSpPr>
        <p:grpSpPr>
          <a:xfrm>
            <a:off x="-2666515" y="1029329"/>
            <a:ext cx="14660280" cy="8159888"/>
            <a:chOff x="-2666515" y="771997"/>
            <a:chExt cx="14660280" cy="6119916"/>
          </a:xfrm>
        </p:grpSpPr>
        <p:grpSp>
          <p:nvGrpSpPr>
            <p:cNvPr id="137" name="Google Shape;137;p11"/>
            <p:cNvGrpSpPr/>
            <p:nvPr/>
          </p:nvGrpSpPr>
          <p:grpSpPr>
            <a:xfrm rot="10800000">
              <a:off x="-2666515" y="4450592"/>
              <a:ext cx="14660280" cy="2441322"/>
              <a:chOff x="-3148866" y="-1557508"/>
              <a:chExt cx="14660280" cy="2441322"/>
            </a:xfrm>
          </p:grpSpPr>
          <p:sp>
            <p:nvSpPr>
              <p:cNvPr id="138" name="Google Shape;138;p11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1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11"/>
            <p:cNvSpPr/>
            <p:nvPr/>
          </p:nvSpPr>
          <p:spPr>
            <a:xfrm flipH="1">
              <a:off x="429804" y="771997"/>
              <a:ext cx="286544" cy="285925"/>
            </a:xfrm>
            <a:custGeom>
              <a:avLst/>
              <a:gdLst/>
              <a:ahLst/>
              <a:cxnLst/>
              <a:rect l="l" t="t" r="r" b="b"/>
              <a:pathLst>
                <a:path w="123777" h="123777" extrusionOk="0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" name="Google Shape;141;p11"/>
            <p:cNvGrpSpPr/>
            <p:nvPr/>
          </p:nvGrpSpPr>
          <p:grpSpPr>
            <a:xfrm rot="10800000" flipH="1">
              <a:off x="204117" y="1213728"/>
              <a:ext cx="323366" cy="865201"/>
              <a:chOff x="14298616" y="166555"/>
              <a:chExt cx="261771" cy="700397"/>
            </a:xfrm>
          </p:grpSpPr>
          <p:sp>
            <p:nvSpPr>
              <p:cNvPr id="142" name="Google Shape;142;p11"/>
              <p:cNvSpPr/>
              <p:nvPr/>
            </p:nvSpPr>
            <p:spPr>
              <a:xfrm>
                <a:off x="14298616" y="16655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1"/>
              <p:cNvSpPr/>
              <p:nvPr/>
            </p:nvSpPr>
            <p:spPr>
              <a:xfrm>
                <a:off x="14450636" y="16655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" name="Google Shape;144;p11"/>
            <p:cNvSpPr/>
            <p:nvPr/>
          </p:nvSpPr>
          <p:spPr>
            <a:xfrm flipH="1">
              <a:off x="8740172" y="4335963"/>
              <a:ext cx="168503" cy="168530"/>
            </a:xfrm>
            <a:custGeom>
              <a:avLst/>
              <a:gdLst/>
              <a:ahLst/>
              <a:cxnLst/>
              <a:rect l="l" t="t" r="r" b="b"/>
              <a:pathLst>
                <a:path w="224671" h="224707" extrusionOk="0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1"/>
            <p:cNvSpPr/>
            <p:nvPr/>
          </p:nvSpPr>
          <p:spPr>
            <a:xfrm flipH="1">
              <a:off x="8195669" y="3397588"/>
              <a:ext cx="713012" cy="713012"/>
            </a:xfrm>
            <a:custGeom>
              <a:avLst/>
              <a:gdLst/>
              <a:ahLst/>
              <a:cxnLst/>
              <a:rect l="l" t="t" r="r" b="b"/>
              <a:pathLst>
                <a:path w="836378" h="836378" extrusionOk="0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612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359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title"/>
          </p:nvPr>
        </p:nvSpPr>
        <p:spPr>
          <a:xfrm>
            <a:off x="720000" y="633133"/>
            <a:ext cx="770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49" name="Google Shape;149;p13"/>
          <p:cNvGrpSpPr/>
          <p:nvPr/>
        </p:nvGrpSpPr>
        <p:grpSpPr>
          <a:xfrm>
            <a:off x="97219" y="5612374"/>
            <a:ext cx="9170324" cy="1974052"/>
            <a:chOff x="97220" y="4115905"/>
            <a:chExt cx="9170324" cy="1480539"/>
          </a:xfrm>
        </p:grpSpPr>
        <p:sp>
          <p:nvSpPr>
            <p:cNvPr id="150" name="Google Shape;150;p13"/>
            <p:cNvSpPr/>
            <p:nvPr/>
          </p:nvSpPr>
          <p:spPr>
            <a:xfrm>
              <a:off x="97220" y="4459785"/>
              <a:ext cx="155773" cy="155774"/>
            </a:xfrm>
            <a:custGeom>
              <a:avLst/>
              <a:gdLst/>
              <a:ahLst/>
              <a:cxnLst/>
              <a:rect l="l" t="t" r="r" b="b"/>
              <a:pathLst>
                <a:path w="207698" h="207698" extrusionOk="0">
                  <a:moveTo>
                    <a:pt x="207698" y="89035"/>
                  </a:moveTo>
                  <a:lnTo>
                    <a:pt x="139590" y="89035"/>
                  </a:lnTo>
                  <a:lnTo>
                    <a:pt x="187752" y="40909"/>
                  </a:lnTo>
                  <a:lnTo>
                    <a:pt x="166790" y="19947"/>
                  </a:lnTo>
                  <a:lnTo>
                    <a:pt x="118664" y="68072"/>
                  </a:lnTo>
                  <a:lnTo>
                    <a:pt x="118664" y="0"/>
                  </a:lnTo>
                  <a:lnTo>
                    <a:pt x="89034" y="0"/>
                  </a:lnTo>
                  <a:lnTo>
                    <a:pt x="89034" y="68072"/>
                  </a:lnTo>
                  <a:lnTo>
                    <a:pt x="40872" y="19947"/>
                  </a:lnTo>
                  <a:lnTo>
                    <a:pt x="19947" y="40909"/>
                  </a:lnTo>
                  <a:lnTo>
                    <a:pt x="68072" y="89035"/>
                  </a:lnTo>
                  <a:lnTo>
                    <a:pt x="0" y="89035"/>
                  </a:lnTo>
                  <a:lnTo>
                    <a:pt x="0" y="118664"/>
                  </a:lnTo>
                  <a:lnTo>
                    <a:pt x="68072" y="118664"/>
                  </a:lnTo>
                  <a:lnTo>
                    <a:pt x="19947" y="166790"/>
                  </a:lnTo>
                  <a:lnTo>
                    <a:pt x="40872" y="187752"/>
                  </a:lnTo>
                  <a:lnTo>
                    <a:pt x="89034" y="139626"/>
                  </a:lnTo>
                  <a:lnTo>
                    <a:pt x="89034" y="207698"/>
                  </a:lnTo>
                  <a:lnTo>
                    <a:pt x="118664" y="207698"/>
                  </a:lnTo>
                  <a:lnTo>
                    <a:pt x="118664" y="139626"/>
                  </a:lnTo>
                  <a:lnTo>
                    <a:pt x="166790" y="187752"/>
                  </a:lnTo>
                  <a:lnTo>
                    <a:pt x="187752" y="166790"/>
                  </a:lnTo>
                  <a:lnTo>
                    <a:pt x="139590" y="118664"/>
                  </a:lnTo>
                  <a:lnTo>
                    <a:pt x="207698" y="118664"/>
                  </a:lnTo>
                  <a:lnTo>
                    <a:pt x="207698" y="890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1" name="Google Shape;151;p13"/>
            <p:cNvGrpSpPr/>
            <p:nvPr/>
          </p:nvGrpSpPr>
          <p:grpSpPr>
            <a:xfrm rot="5400000">
              <a:off x="8157140" y="4486040"/>
              <a:ext cx="1480539" cy="740269"/>
              <a:chOff x="6083797" y="754470"/>
              <a:chExt cx="902492" cy="451246"/>
            </a:xfrm>
          </p:grpSpPr>
          <p:sp>
            <p:nvSpPr>
              <p:cNvPr id="152" name="Google Shape;152;p13"/>
              <p:cNvSpPr/>
              <p:nvPr/>
            </p:nvSpPr>
            <p:spPr>
              <a:xfrm>
                <a:off x="6083797" y="754470"/>
                <a:ext cx="902492" cy="451246"/>
              </a:xfrm>
              <a:custGeom>
                <a:avLst/>
                <a:gdLst/>
                <a:ahLst/>
                <a:cxnLst/>
                <a:rect l="l" t="t" r="r" b="b"/>
                <a:pathLst>
                  <a:path w="1203323" h="601661" extrusionOk="0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6291033" y="754470"/>
                <a:ext cx="519137" cy="259568"/>
              </a:xfrm>
              <a:custGeom>
                <a:avLst/>
                <a:gdLst/>
                <a:ahLst/>
                <a:cxnLst/>
                <a:rect l="l" t="t" r="r" b="b"/>
                <a:pathLst>
                  <a:path w="692183" h="346091" extrusionOk="0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" name="Google Shape;154;p13"/>
            <p:cNvSpPr/>
            <p:nvPr/>
          </p:nvSpPr>
          <p:spPr>
            <a:xfrm>
              <a:off x="8095712" y="4692036"/>
              <a:ext cx="328278" cy="328278"/>
            </a:xfrm>
            <a:custGeom>
              <a:avLst/>
              <a:gdLst/>
              <a:ahLst/>
              <a:cxnLst/>
              <a:rect l="l" t="t" r="r" b="b"/>
              <a:pathLst>
                <a:path w="836378" h="836378" extrusionOk="0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253000" y="4615554"/>
              <a:ext cx="327375" cy="327375"/>
            </a:xfrm>
            <a:custGeom>
              <a:avLst/>
              <a:gdLst/>
              <a:ahLst/>
              <a:cxnLst/>
              <a:rect l="l" t="t" r="r" b="b"/>
              <a:pathLst>
                <a:path w="635679" h="635679" extrusionOk="0">
                  <a:moveTo>
                    <a:pt x="635680" y="317840"/>
                  </a:moveTo>
                  <a:cubicBezTo>
                    <a:pt x="635680" y="493378"/>
                    <a:pt x="493378" y="635680"/>
                    <a:pt x="317840" y="635680"/>
                  </a:cubicBezTo>
                  <a:cubicBezTo>
                    <a:pt x="142302" y="635680"/>
                    <a:pt x="0" y="493378"/>
                    <a:pt x="0" y="317840"/>
                  </a:cubicBezTo>
                  <a:cubicBezTo>
                    <a:pt x="0" y="142302"/>
                    <a:pt x="142302" y="0"/>
                    <a:pt x="317840" y="0"/>
                  </a:cubicBezTo>
                  <a:cubicBezTo>
                    <a:pt x="493378" y="0"/>
                    <a:pt x="635680" y="142302"/>
                    <a:pt x="635680" y="31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7070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4"/>
          <p:cNvGrpSpPr/>
          <p:nvPr/>
        </p:nvGrpSpPr>
        <p:grpSpPr>
          <a:xfrm>
            <a:off x="82922" y="-134898"/>
            <a:ext cx="8989382" cy="6887431"/>
            <a:chOff x="82922" y="-101174"/>
            <a:chExt cx="8989382" cy="5165573"/>
          </a:xfrm>
        </p:grpSpPr>
        <p:sp>
          <p:nvSpPr>
            <p:cNvPr id="158" name="Google Shape;158;p14"/>
            <p:cNvSpPr/>
            <p:nvPr/>
          </p:nvSpPr>
          <p:spPr>
            <a:xfrm flipH="1">
              <a:off x="82922" y="4353038"/>
              <a:ext cx="168503" cy="168530"/>
            </a:xfrm>
            <a:custGeom>
              <a:avLst/>
              <a:gdLst/>
              <a:ahLst/>
              <a:cxnLst/>
              <a:rect l="l" t="t" r="r" b="b"/>
              <a:pathLst>
                <a:path w="224671" h="224707" extrusionOk="0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 flipH="1">
              <a:off x="418051" y="4762451"/>
              <a:ext cx="301948" cy="301948"/>
            </a:xfrm>
            <a:custGeom>
              <a:avLst/>
              <a:gdLst/>
              <a:ahLst/>
              <a:cxnLst/>
              <a:rect l="l" t="t" r="r" b="b"/>
              <a:pathLst>
                <a:path w="635679" h="635679" extrusionOk="0">
                  <a:moveTo>
                    <a:pt x="635680" y="317840"/>
                  </a:moveTo>
                  <a:cubicBezTo>
                    <a:pt x="635680" y="493378"/>
                    <a:pt x="493378" y="635680"/>
                    <a:pt x="317840" y="635680"/>
                  </a:cubicBezTo>
                  <a:cubicBezTo>
                    <a:pt x="142302" y="635680"/>
                    <a:pt x="0" y="493378"/>
                    <a:pt x="0" y="317840"/>
                  </a:cubicBezTo>
                  <a:cubicBezTo>
                    <a:pt x="0" y="142302"/>
                    <a:pt x="142302" y="0"/>
                    <a:pt x="317840" y="0"/>
                  </a:cubicBezTo>
                  <a:cubicBezTo>
                    <a:pt x="493378" y="0"/>
                    <a:pt x="635680" y="142302"/>
                    <a:pt x="635680" y="31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 flipH="1">
              <a:off x="194140" y="4639522"/>
              <a:ext cx="167969" cy="167980"/>
            </a:xfrm>
            <a:custGeom>
              <a:avLst/>
              <a:gdLst/>
              <a:ahLst/>
              <a:cxnLst/>
              <a:rect l="l" t="t" r="r" b="b"/>
              <a:pathLst>
                <a:path w="512881" h="512917" extrusionOk="0">
                  <a:moveTo>
                    <a:pt x="256441" y="0"/>
                  </a:moveTo>
                  <a:cubicBezTo>
                    <a:pt x="114820" y="0"/>
                    <a:pt x="0" y="114820"/>
                    <a:pt x="0" y="256440"/>
                  </a:cubicBezTo>
                  <a:cubicBezTo>
                    <a:pt x="0" y="398061"/>
                    <a:pt x="114820" y="512917"/>
                    <a:pt x="256441" y="512917"/>
                  </a:cubicBezTo>
                  <a:cubicBezTo>
                    <a:pt x="398061" y="512917"/>
                    <a:pt x="512881" y="398098"/>
                    <a:pt x="512881" y="256440"/>
                  </a:cubicBezTo>
                  <a:cubicBezTo>
                    <a:pt x="512881" y="114783"/>
                    <a:pt x="398061" y="0"/>
                    <a:pt x="256441" y="0"/>
                  </a:cubicBezTo>
                  <a:close/>
                  <a:moveTo>
                    <a:pt x="256441" y="389502"/>
                  </a:moveTo>
                  <a:cubicBezTo>
                    <a:pt x="182965" y="389502"/>
                    <a:pt x="123379" y="329916"/>
                    <a:pt x="123379" y="256440"/>
                  </a:cubicBezTo>
                  <a:cubicBezTo>
                    <a:pt x="123379" y="182965"/>
                    <a:pt x="182965" y="123379"/>
                    <a:pt x="256441" y="123379"/>
                  </a:cubicBezTo>
                  <a:cubicBezTo>
                    <a:pt x="329917" y="123379"/>
                    <a:pt x="389503" y="182965"/>
                    <a:pt x="389503" y="256440"/>
                  </a:cubicBezTo>
                  <a:cubicBezTo>
                    <a:pt x="389503" y="329916"/>
                    <a:pt x="329917" y="389502"/>
                    <a:pt x="256441" y="389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" name="Google Shape;161;p14"/>
            <p:cNvGrpSpPr/>
            <p:nvPr/>
          </p:nvGrpSpPr>
          <p:grpSpPr>
            <a:xfrm flipH="1">
              <a:off x="7920363" y="-101174"/>
              <a:ext cx="1151941" cy="576015"/>
              <a:chOff x="6083797" y="754470"/>
              <a:chExt cx="902492" cy="451246"/>
            </a:xfrm>
          </p:grpSpPr>
          <p:sp>
            <p:nvSpPr>
              <p:cNvPr id="162" name="Google Shape;162;p14"/>
              <p:cNvSpPr/>
              <p:nvPr/>
            </p:nvSpPr>
            <p:spPr>
              <a:xfrm>
                <a:off x="6083797" y="754470"/>
                <a:ext cx="902492" cy="451246"/>
              </a:xfrm>
              <a:custGeom>
                <a:avLst/>
                <a:gdLst/>
                <a:ahLst/>
                <a:cxnLst/>
                <a:rect l="l" t="t" r="r" b="b"/>
                <a:pathLst>
                  <a:path w="1203323" h="601661" extrusionOk="0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6291033" y="754470"/>
                <a:ext cx="519137" cy="259568"/>
              </a:xfrm>
              <a:custGeom>
                <a:avLst/>
                <a:gdLst/>
                <a:ahLst/>
                <a:cxnLst/>
                <a:rect l="l" t="t" r="r" b="b"/>
                <a:pathLst>
                  <a:path w="692183" h="346091" extrusionOk="0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" name="Google Shape;164;p14"/>
          <p:cNvSpPr txBox="1">
            <a:spLocks noGrp="1"/>
          </p:cNvSpPr>
          <p:nvPr>
            <p:ph type="subTitle" idx="1"/>
          </p:nvPr>
        </p:nvSpPr>
        <p:spPr>
          <a:xfrm>
            <a:off x="701250" y="1606667"/>
            <a:ext cx="7741500" cy="1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title"/>
          </p:nvPr>
        </p:nvSpPr>
        <p:spPr>
          <a:xfrm>
            <a:off x="720000" y="633133"/>
            <a:ext cx="770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14"/>
          <p:cNvSpPr txBox="1">
            <a:spLocks noGrp="1"/>
          </p:cNvSpPr>
          <p:nvPr>
            <p:ph type="subTitle" idx="2"/>
          </p:nvPr>
        </p:nvSpPr>
        <p:spPr>
          <a:xfrm>
            <a:off x="701250" y="3180533"/>
            <a:ext cx="7741500" cy="1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14"/>
          <p:cNvSpPr txBox="1">
            <a:spLocks noGrp="1"/>
          </p:cNvSpPr>
          <p:nvPr>
            <p:ph type="subTitle" idx="3"/>
          </p:nvPr>
        </p:nvSpPr>
        <p:spPr>
          <a:xfrm>
            <a:off x="701250" y="4754400"/>
            <a:ext cx="7741500" cy="1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0896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5"/>
          <p:cNvGrpSpPr/>
          <p:nvPr/>
        </p:nvGrpSpPr>
        <p:grpSpPr>
          <a:xfrm>
            <a:off x="-823949" y="-1975133"/>
            <a:ext cx="10551403" cy="10808273"/>
            <a:chOff x="-823949" y="-1481350"/>
            <a:chExt cx="10551403" cy="8106205"/>
          </a:xfrm>
        </p:grpSpPr>
        <p:sp>
          <p:nvSpPr>
            <p:cNvPr id="170" name="Google Shape;170;p15"/>
            <p:cNvSpPr/>
            <p:nvPr/>
          </p:nvSpPr>
          <p:spPr>
            <a:xfrm flipH="1">
              <a:off x="-823949" y="-1481350"/>
              <a:ext cx="2441322" cy="8106205"/>
            </a:xfrm>
            <a:custGeom>
              <a:avLst/>
              <a:gdLst/>
              <a:ahLst/>
              <a:cxnLst/>
              <a:rect l="l" t="t" r="r" b="b"/>
              <a:pathLst>
                <a:path w="1513998" h="5027104" extrusionOk="0">
                  <a:moveTo>
                    <a:pt x="245650" y="0"/>
                  </a:moveTo>
                  <a:cubicBezTo>
                    <a:pt x="148780" y="191834"/>
                    <a:pt x="0" y="303276"/>
                    <a:pt x="0" y="645414"/>
                  </a:cubicBezTo>
                  <a:cubicBezTo>
                    <a:pt x="0" y="1152811"/>
                    <a:pt x="327184" y="1152811"/>
                    <a:pt x="327184" y="1660303"/>
                  </a:cubicBezTo>
                  <a:cubicBezTo>
                    <a:pt x="327184" y="2167795"/>
                    <a:pt x="0" y="2167795"/>
                    <a:pt x="0" y="2675191"/>
                  </a:cubicBezTo>
                  <a:cubicBezTo>
                    <a:pt x="0" y="3182588"/>
                    <a:pt x="327184" y="3182588"/>
                    <a:pt x="327184" y="3690080"/>
                  </a:cubicBezTo>
                  <a:cubicBezTo>
                    <a:pt x="327184" y="4197573"/>
                    <a:pt x="0" y="4197573"/>
                    <a:pt x="0" y="4705065"/>
                  </a:cubicBezTo>
                  <a:cubicBezTo>
                    <a:pt x="0" y="4843177"/>
                    <a:pt x="24289" y="4943666"/>
                    <a:pt x="59531" y="5027105"/>
                  </a:cubicBezTo>
                  <a:lnTo>
                    <a:pt x="1513998" y="5027105"/>
                  </a:lnTo>
                  <a:lnTo>
                    <a:pt x="1513998" y="0"/>
                  </a:lnTo>
                  <a:lnTo>
                    <a:pt x="2455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5"/>
            <p:cNvGrpSpPr/>
            <p:nvPr/>
          </p:nvGrpSpPr>
          <p:grpSpPr>
            <a:xfrm>
              <a:off x="-9" y="-160021"/>
              <a:ext cx="9727463" cy="5095103"/>
              <a:chOff x="-9" y="-160021"/>
              <a:chExt cx="9727463" cy="5095103"/>
            </a:xfrm>
          </p:grpSpPr>
          <p:grpSp>
            <p:nvGrpSpPr>
              <p:cNvPr id="172" name="Google Shape;172;p15"/>
              <p:cNvGrpSpPr/>
              <p:nvPr/>
            </p:nvGrpSpPr>
            <p:grpSpPr>
              <a:xfrm flipH="1">
                <a:off x="8429384" y="326491"/>
                <a:ext cx="1298070" cy="485159"/>
                <a:chOff x="540500" y="421329"/>
                <a:chExt cx="1298070" cy="485159"/>
              </a:xfrm>
            </p:grpSpPr>
            <p:sp>
              <p:nvSpPr>
                <p:cNvPr id="173" name="Google Shape;173;p15"/>
                <p:cNvSpPr/>
                <p:nvPr/>
              </p:nvSpPr>
              <p:spPr>
                <a:xfrm>
                  <a:off x="540500" y="421329"/>
                  <a:ext cx="1298070" cy="20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15"/>
                <p:cNvSpPr/>
                <p:nvPr/>
              </p:nvSpPr>
              <p:spPr>
                <a:xfrm>
                  <a:off x="540500" y="703082"/>
                  <a:ext cx="1298070" cy="20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863" h="146335" extrusionOk="0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5" name="Google Shape;175;p15"/>
              <p:cNvSpPr/>
              <p:nvPr/>
            </p:nvSpPr>
            <p:spPr>
              <a:xfrm flipH="1">
                <a:off x="7602770" y="4516700"/>
                <a:ext cx="418382" cy="418382"/>
              </a:xfrm>
              <a:custGeom>
                <a:avLst/>
                <a:gdLst/>
                <a:ahLst/>
                <a:cxnLst/>
                <a:rect l="l" t="t" r="r" b="b"/>
                <a:pathLst>
                  <a:path w="342936" h="342936" extrusionOk="0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6" name="Google Shape;176;p15"/>
              <p:cNvGrpSpPr/>
              <p:nvPr/>
            </p:nvGrpSpPr>
            <p:grpSpPr>
              <a:xfrm flipH="1">
                <a:off x="8315526" y="3853322"/>
                <a:ext cx="1085831" cy="675413"/>
                <a:chOff x="4274895" y="3528397"/>
                <a:chExt cx="740272" cy="460467"/>
              </a:xfrm>
            </p:grpSpPr>
            <p:sp>
              <p:nvSpPr>
                <p:cNvPr id="177" name="Google Shape;177;p15"/>
                <p:cNvSpPr/>
                <p:nvPr/>
              </p:nvSpPr>
              <p:spPr>
                <a:xfrm>
                  <a:off x="4274895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15"/>
                <p:cNvSpPr/>
                <p:nvPr/>
              </p:nvSpPr>
              <p:spPr>
                <a:xfrm>
                  <a:off x="4410106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15"/>
                <p:cNvSpPr/>
                <p:nvPr/>
              </p:nvSpPr>
              <p:spPr>
                <a:xfrm>
                  <a:off x="4545290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15"/>
                <p:cNvSpPr/>
                <p:nvPr/>
              </p:nvSpPr>
              <p:spPr>
                <a:xfrm>
                  <a:off x="4680500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4815711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5"/>
                <p:cNvSpPr/>
                <p:nvPr/>
              </p:nvSpPr>
              <p:spPr>
                <a:xfrm>
                  <a:off x="4950513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3" name="Google Shape;183;p15"/>
              <p:cNvGrpSpPr/>
              <p:nvPr/>
            </p:nvGrpSpPr>
            <p:grpSpPr>
              <a:xfrm flipH="1">
                <a:off x="6665192" y="-160021"/>
                <a:ext cx="1425966" cy="712982"/>
                <a:chOff x="6083802" y="754477"/>
                <a:chExt cx="1350730" cy="675364"/>
              </a:xfrm>
            </p:grpSpPr>
            <p:sp>
              <p:nvSpPr>
                <p:cNvPr id="184" name="Google Shape;184;p15"/>
                <p:cNvSpPr/>
                <p:nvPr/>
              </p:nvSpPr>
              <p:spPr>
                <a:xfrm>
                  <a:off x="6083802" y="754477"/>
                  <a:ext cx="1350730" cy="67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323" h="601661" extrusionOk="0">
                      <a:moveTo>
                        <a:pt x="1101196" y="0"/>
                      </a:moveTo>
                      <a:cubicBezTo>
                        <a:pt x="1101196" y="275880"/>
                        <a:pt x="877541" y="499535"/>
                        <a:pt x="601661" y="499535"/>
                      </a:cubicBezTo>
                      <a:cubicBezTo>
                        <a:pt x="325782" y="499535"/>
                        <a:pt x="102126" y="275880"/>
                        <a:pt x="102126" y="0"/>
                      </a:cubicBezTo>
                      <a:lnTo>
                        <a:pt x="0" y="0"/>
                      </a:lnTo>
                      <a:cubicBezTo>
                        <a:pt x="0" y="332274"/>
                        <a:pt x="269388" y="601662"/>
                        <a:pt x="601661" y="601662"/>
                      </a:cubicBezTo>
                      <a:cubicBezTo>
                        <a:pt x="933936" y="601662"/>
                        <a:pt x="1203324" y="332274"/>
                        <a:pt x="1203324" y="0"/>
                      </a:cubicBezTo>
                      <a:lnTo>
                        <a:pt x="110119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5"/>
                <p:cNvSpPr/>
                <p:nvPr/>
              </p:nvSpPr>
              <p:spPr>
                <a:xfrm>
                  <a:off x="6393993" y="754477"/>
                  <a:ext cx="776975" cy="388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183" h="346091" extrusionOk="0">
                      <a:moveTo>
                        <a:pt x="346091" y="222858"/>
                      </a:moveTo>
                      <a:cubicBezTo>
                        <a:pt x="223003" y="222858"/>
                        <a:pt x="123234" y="123089"/>
                        <a:pt x="123234" y="0"/>
                      </a:cubicBezTo>
                      <a:lnTo>
                        <a:pt x="0" y="0"/>
                      </a:lnTo>
                      <a:cubicBezTo>
                        <a:pt x="0" y="191161"/>
                        <a:pt x="154967" y="346091"/>
                        <a:pt x="346091" y="346091"/>
                      </a:cubicBezTo>
                      <a:cubicBezTo>
                        <a:pt x="537216" y="346091"/>
                        <a:pt x="692183" y="191125"/>
                        <a:pt x="692183" y="0"/>
                      </a:cubicBezTo>
                      <a:lnTo>
                        <a:pt x="568949" y="0"/>
                      </a:lnTo>
                      <a:cubicBezTo>
                        <a:pt x="568949" y="123089"/>
                        <a:pt x="469180" y="222858"/>
                        <a:pt x="346091" y="22285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6" name="Google Shape;186;p15"/>
              <p:cNvSpPr/>
              <p:nvPr/>
            </p:nvSpPr>
            <p:spPr>
              <a:xfrm flipH="1">
                <a:off x="1504404" y="407588"/>
                <a:ext cx="322970" cy="322970"/>
              </a:xfrm>
              <a:custGeom>
                <a:avLst/>
                <a:gdLst/>
                <a:ahLst/>
                <a:cxnLst/>
                <a:rect l="l" t="t" r="r" b="b"/>
                <a:pathLst>
                  <a:path w="207698" h="207698" extrusionOk="0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 flipH="1">
                <a:off x="941748" y="303531"/>
                <a:ext cx="249385" cy="249425"/>
              </a:xfrm>
              <a:custGeom>
                <a:avLst/>
                <a:gdLst/>
                <a:ahLst/>
                <a:cxnLst/>
                <a:rect l="l" t="t" r="r" b="b"/>
                <a:pathLst>
                  <a:path w="224671" h="224707" extrusionOk="0">
                    <a:moveTo>
                      <a:pt x="224671" y="96324"/>
                    </a:moveTo>
                    <a:lnTo>
                      <a:pt x="128384" y="96324"/>
                    </a:lnTo>
                    <a:lnTo>
                      <a:pt x="128384" y="0"/>
                    </a:lnTo>
                    <a:lnTo>
                      <a:pt x="96324" y="0"/>
                    </a:lnTo>
                    <a:lnTo>
                      <a:pt x="96324" y="96324"/>
                    </a:lnTo>
                    <a:lnTo>
                      <a:pt x="0" y="96324"/>
                    </a:lnTo>
                    <a:lnTo>
                      <a:pt x="0" y="128384"/>
                    </a:lnTo>
                    <a:lnTo>
                      <a:pt x="96324" y="128384"/>
                    </a:lnTo>
                    <a:lnTo>
                      <a:pt x="96324" y="224707"/>
                    </a:lnTo>
                    <a:lnTo>
                      <a:pt x="128384" y="224707"/>
                    </a:lnTo>
                    <a:lnTo>
                      <a:pt x="128384" y="128384"/>
                    </a:lnTo>
                    <a:lnTo>
                      <a:pt x="224671" y="128384"/>
                    </a:lnTo>
                    <a:lnTo>
                      <a:pt x="224671" y="963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8" name="Google Shape;188;p15"/>
              <p:cNvGrpSpPr/>
              <p:nvPr/>
            </p:nvGrpSpPr>
            <p:grpSpPr>
              <a:xfrm rot="5400000">
                <a:off x="-414254" y="3205057"/>
                <a:ext cx="1656979" cy="828489"/>
                <a:chOff x="-1097350" y="4385303"/>
                <a:chExt cx="2165703" cy="1082851"/>
              </a:xfrm>
            </p:grpSpPr>
            <p:sp>
              <p:nvSpPr>
                <p:cNvPr id="189" name="Google Shape;189;p15"/>
                <p:cNvSpPr/>
                <p:nvPr/>
              </p:nvSpPr>
              <p:spPr>
                <a:xfrm flipH="1">
                  <a:off x="-1097350" y="4385303"/>
                  <a:ext cx="2165703" cy="1082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805" h="535402" extrusionOk="0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15"/>
                <p:cNvSpPr/>
                <p:nvPr/>
              </p:nvSpPr>
              <p:spPr>
                <a:xfrm flipH="1">
                  <a:off x="-496018" y="4984914"/>
                  <a:ext cx="964834" cy="482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050" h="238524" extrusionOk="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91" name="Google Shape;191;p15"/>
          <p:cNvSpPr txBox="1">
            <a:spLocks noGrp="1"/>
          </p:cNvSpPr>
          <p:nvPr>
            <p:ph type="title"/>
          </p:nvPr>
        </p:nvSpPr>
        <p:spPr>
          <a:xfrm>
            <a:off x="2094000" y="1054551"/>
            <a:ext cx="4956000" cy="12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" name="Google Shape;192;p15"/>
          <p:cNvSpPr txBox="1">
            <a:spLocks noGrp="1"/>
          </p:cNvSpPr>
          <p:nvPr>
            <p:ph type="subTitle" idx="1"/>
          </p:nvPr>
        </p:nvSpPr>
        <p:spPr>
          <a:xfrm>
            <a:off x="2094000" y="2401447"/>
            <a:ext cx="4956000" cy="1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2095950" y="4689981"/>
            <a:ext cx="4952100" cy="6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" sz="900" b="1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" sz="900" b="1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, infographics &amp; images by </a:t>
            </a:r>
            <a:r>
              <a:rPr lang="en" sz="900" b="1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9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and content by</a:t>
            </a:r>
            <a:r>
              <a:rPr lang="en" sz="9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Swetha Tandri</a:t>
            </a:r>
            <a:endParaRPr sz="9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7459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6"/>
          <p:cNvGrpSpPr/>
          <p:nvPr/>
        </p:nvGrpSpPr>
        <p:grpSpPr>
          <a:xfrm>
            <a:off x="244705" y="-1975133"/>
            <a:ext cx="9633142" cy="10808273"/>
            <a:chOff x="244705" y="-1481350"/>
            <a:chExt cx="9633142" cy="8106205"/>
          </a:xfrm>
        </p:grpSpPr>
        <p:sp>
          <p:nvSpPr>
            <p:cNvPr id="196" name="Google Shape;196;p16"/>
            <p:cNvSpPr/>
            <p:nvPr/>
          </p:nvSpPr>
          <p:spPr>
            <a:xfrm>
              <a:off x="7436526" y="-1481350"/>
              <a:ext cx="2441322" cy="8106205"/>
            </a:xfrm>
            <a:custGeom>
              <a:avLst/>
              <a:gdLst/>
              <a:ahLst/>
              <a:cxnLst/>
              <a:rect l="l" t="t" r="r" b="b"/>
              <a:pathLst>
                <a:path w="1513998" h="5027104" extrusionOk="0">
                  <a:moveTo>
                    <a:pt x="245650" y="0"/>
                  </a:moveTo>
                  <a:cubicBezTo>
                    <a:pt x="148780" y="191834"/>
                    <a:pt x="0" y="303276"/>
                    <a:pt x="0" y="645414"/>
                  </a:cubicBezTo>
                  <a:cubicBezTo>
                    <a:pt x="0" y="1152811"/>
                    <a:pt x="327184" y="1152811"/>
                    <a:pt x="327184" y="1660303"/>
                  </a:cubicBezTo>
                  <a:cubicBezTo>
                    <a:pt x="327184" y="2167795"/>
                    <a:pt x="0" y="2167795"/>
                    <a:pt x="0" y="2675191"/>
                  </a:cubicBezTo>
                  <a:cubicBezTo>
                    <a:pt x="0" y="3182588"/>
                    <a:pt x="327184" y="3182588"/>
                    <a:pt x="327184" y="3690080"/>
                  </a:cubicBezTo>
                  <a:cubicBezTo>
                    <a:pt x="327184" y="4197573"/>
                    <a:pt x="0" y="4197573"/>
                    <a:pt x="0" y="4705065"/>
                  </a:cubicBezTo>
                  <a:cubicBezTo>
                    <a:pt x="0" y="4843177"/>
                    <a:pt x="24289" y="4943666"/>
                    <a:pt x="59531" y="5027105"/>
                  </a:cubicBezTo>
                  <a:lnTo>
                    <a:pt x="1513998" y="5027105"/>
                  </a:lnTo>
                  <a:lnTo>
                    <a:pt x="1513998" y="0"/>
                  </a:lnTo>
                  <a:lnTo>
                    <a:pt x="2455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" name="Google Shape;197;p16"/>
            <p:cNvGrpSpPr/>
            <p:nvPr/>
          </p:nvGrpSpPr>
          <p:grpSpPr>
            <a:xfrm>
              <a:off x="244705" y="195881"/>
              <a:ext cx="9088947" cy="5137455"/>
              <a:chOff x="244705" y="195881"/>
              <a:chExt cx="9088947" cy="5137455"/>
            </a:xfrm>
          </p:grpSpPr>
          <p:sp>
            <p:nvSpPr>
              <p:cNvPr id="198" name="Google Shape;198;p16"/>
              <p:cNvSpPr/>
              <p:nvPr/>
            </p:nvSpPr>
            <p:spPr>
              <a:xfrm>
                <a:off x="644127" y="4589300"/>
                <a:ext cx="418382" cy="418382"/>
              </a:xfrm>
              <a:custGeom>
                <a:avLst/>
                <a:gdLst/>
                <a:ahLst/>
                <a:cxnLst/>
                <a:rect l="l" t="t" r="r" b="b"/>
                <a:pathLst>
                  <a:path w="342936" h="342936" extrusionOk="0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9" name="Google Shape;199;p16"/>
              <p:cNvGrpSpPr/>
              <p:nvPr/>
            </p:nvGrpSpPr>
            <p:grpSpPr>
              <a:xfrm>
                <a:off x="8247822" y="320134"/>
                <a:ext cx="1085831" cy="675413"/>
                <a:chOff x="4274895" y="3528397"/>
                <a:chExt cx="740272" cy="460467"/>
              </a:xfrm>
            </p:grpSpPr>
            <p:sp>
              <p:nvSpPr>
                <p:cNvPr id="200" name="Google Shape;200;p16"/>
                <p:cNvSpPr/>
                <p:nvPr/>
              </p:nvSpPr>
              <p:spPr>
                <a:xfrm>
                  <a:off x="4274895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16"/>
                <p:cNvSpPr/>
                <p:nvPr/>
              </p:nvSpPr>
              <p:spPr>
                <a:xfrm>
                  <a:off x="4410106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16"/>
                <p:cNvSpPr/>
                <p:nvPr/>
              </p:nvSpPr>
              <p:spPr>
                <a:xfrm>
                  <a:off x="4545290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6"/>
                <p:cNvSpPr/>
                <p:nvPr/>
              </p:nvSpPr>
              <p:spPr>
                <a:xfrm>
                  <a:off x="4680500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6"/>
                <p:cNvSpPr/>
                <p:nvPr/>
              </p:nvSpPr>
              <p:spPr>
                <a:xfrm>
                  <a:off x="4815711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6"/>
                <p:cNvSpPr/>
                <p:nvPr/>
              </p:nvSpPr>
              <p:spPr>
                <a:xfrm>
                  <a:off x="4950513" y="3528397"/>
                  <a:ext cx="64654" cy="46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05" h="613956" extrusionOk="0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6" name="Google Shape;206;p16"/>
              <p:cNvSpPr/>
              <p:nvPr/>
            </p:nvSpPr>
            <p:spPr>
              <a:xfrm>
                <a:off x="244705" y="4251802"/>
                <a:ext cx="337509" cy="337509"/>
              </a:xfrm>
              <a:custGeom>
                <a:avLst/>
                <a:gdLst/>
                <a:ahLst/>
                <a:cxnLst/>
                <a:rect l="l" t="t" r="r" b="b"/>
                <a:pathLst>
                  <a:path w="207698" h="207698" extrusionOk="0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7274996" y="195881"/>
                <a:ext cx="249385" cy="249425"/>
              </a:xfrm>
              <a:custGeom>
                <a:avLst/>
                <a:gdLst/>
                <a:ahLst/>
                <a:cxnLst/>
                <a:rect l="l" t="t" r="r" b="b"/>
                <a:pathLst>
                  <a:path w="224671" h="224707" extrusionOk="0">
                    <a:moveTo>
                      <a:pt x="224671" y="96324"/>
                    </a:moveTo>
                    <a:lnTo>
                      <a:pt x="128384" y="96324"/>
                    </a:lnTo>
                    <a:lnTo>
                      <a:pt x="128384" y="0"/>
                    </a:lnTo>
                    <a:lnTo>
                      <a:pt x="96324" y="0"/>
                    </a:lnTo>
                    <a:lnTo>
                      <a:pt x="96324" y="96324"/>
                    </a:lnTo>
                    <a:lnTo>
                      <a:pt x="0" y="96324"/>
                    </a:lnTo>
                    <a:lnTo>
                      <a:pt x="0" y="128384"/>
                    </a:lnTo>
                    <a:lnTo>
                      <a:pt x="96324" y="128384"/>
                    </a:lnTo>
                    <a:lnTo>
                      <a:pt x="96324" y="224707"/>
                    </a:lnTo>
                    <a:lnTo>
                      <a:pt x="128384" y="224707"/>
                    </a:lnTo>
                    <a:lnTo>
                      <a:pt x="128384" y="128384"/>
                    </a:lnTo>
                    <a:lnTo>
                      <a:pt x="224671" y="128384"/>
                    </a:lnTo>
                    <a:lnTo>
                      <a:pt x="224671" y="963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8" name="Google Shape;208;p16"/>
              <p:cNvGrpSpPr/>
              <p:nvPr/>
            </p:nvGrpSpPr>
            <p:grpSpPr>
              <a:xfrm>
                <a:off x="1179838" y="4589309"/>
                <a:ext cx="1488055" cy="744027"/>
                <a:chOff x="8423526" y="4385303"/>
                <a:chExt cx="2165703" cy="1082851"/>
              </a:xfrm>
            </p:grpSpPr>
            <p:sp>
              <p:nvSpPr>
                <p:cNvPr id="209" name="Google Shape;209;p16"/>
                <p:cNvSpPr/>
                <p:nvPr/>
              </p:nvSpPr>
              <p:spPr>
                <a:xfrm>
                  <a:off x="8423526" y="4385303"/>
                  <a:ext cx="2165703" cy="1082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805" h="535402" extrusionOk="0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16"/>
                <p:cNvSpPr/>
                <p:nvPr/>
              </p:nvSpPr>
              <p:spPr>
                <a:xfrm>
                  <a:off x="9023063" y="4984914"/>
                  <a:ext cx="964834" cy="482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050" h="238524" extrusionOk="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02185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-2758140" y="-2076678"/>
            <a:ext cx="14660280" cy="8656315"/>
            <a:chOff x="-2758140" y="-1557508"/>
            <a:chExt cx="14660280" cy="6492236"/>
          </a:xfrm>
        </p:grpSpPr>
        <p:grpSp>
          <p:nvGrpSpPr>
            <p:cNvPr id="213" name="Google Shape;213;p17"/>
            <p:cNvGrpSpPr/>
            <p:nvPr/>
          </p:nvGrpSpPr>
          <p:grpSpPr>
            <a:xfrm>
              <a:off x="-2758140" y="-1557508"/>
              <a:ext cx="14660280" cy="2441322"/>
              <a:chOff x="-3148866" y="-1557508"/>
              <a:chExt cx="14660280" cy="2441322"/>
            </a:xfrm>
          </p:grpSpPr>
          <p:sp>
            <p:nvSpPr>
              <p:cNvPr id="214" name="Google Shape;214;p17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avLst/>
                <a:gdLst/>
                <a:ahLst/>
                <a:cxnLst/>
                <a:rect l="l" t="t" r="r" b="b"/>
                <a:pathLst>
                  <a:path w="1513998" h="5027104" extrusionOk="0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17"/>
            <p:cNvSpPr/>
            <p:nvPr/>
          </p:nvSpPr>
          <p:spPr>
            <a:xfrm rot="10800000">
              <a:off x="8077404" y="4648803"/>
              <a:ext cx="286544" cy="285925"/>
            </a:xfrm>
            <a:custGeom>
              <a:avLst/>
              <a:gdLst/>
              <a:ahLst/>
              <a:cxnLst/>
              <a:rect l="l" t="t" r="r" b="b"/>
              <a:pathLst>
                <a:path w="123777" h="123777" extrusionOk="0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" name="Google Shape;217;p17"/>
            <p:cNvGrpSpPr/>
            <p:nvPr/>
          </p:nvGrpSpPr>
          <p:grpSpPr>
            <a:xfrm>
              <a:off x="8569567" y="4069521"/>
              <a:ext cx="323366" cy="865201"/>
              <a:chOff x="14298616" y="166555"/>
              <a:chExt cx="261771" cy="700397"/>
            </a:xfrm>
          </p:grpSpPr>
          <p:sp>
            <p:nvSpPr>
              <p:cNvPr id="218" name="Google Shape;218;p17"/>
              <p:cNvSpPr/>
              <p:nvPr/>
            </p:nvSpPr>
            <p:spPr>
              <a:xfrm>
                <a:off x="14298616" y="16655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14450636" y="166555"/>
                <a:ext cx="109751" cy="700397"/>
              </a:xfrm>
              <a:custGeom>
                <a:avLst/>
                <a:gdLst/>
                <a:ahLst/>
                <a:cxnLst/>
                <a:rect l="l" t="t" r="r" b="b"/>
                <a:pathLst>
                  <a:path w="146335" h="933863" extrusionOk="0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7"/>
            <p:cNvSpPr/>
            <p:nvPr/>
          </p:nvSpPr>
          <p:spPr>
            <a:xfrm rot="10800000">
              <a:off x="98647" y="473432"/>
              <a:ext cx="168503" cy="168530"/>
            </a:xfrm>
            <a:custGeom>
              <a:avLst/>
              <a:gdLst/>
              <a:ahLst/>
              <a:cxnLst/>
              <a:rect l="l" t="t" r="r" b="b"/>
              <a:pathLst>
                <a:path w="224671" h="224707" extrusionOk="0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543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79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8504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>
            <a:spLocks noGrp="1"/>
          </p:cNvSpPr>
          <p:nvPr>
            <p:ph type="title"/>
          </p:nvPr>
        </p:nvSpPr>
        <p:spPr>
          <a:xfrm>
            <a:off x="723450" y="681367"/>
            <a:ext cx="76971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531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53106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2343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Smart Waste Classification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99253" y="5183390"/>
            <a:ext cx="6400800" cy="618294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By- Aryan Saamal(1000208)</a:t>
            </a:r>
          </a:p>
          <a:p>
            <a:pPr marL="139700" indent="0">
              <a:buNone/>
            </a:pPr>
            <a:r>
              <a:rPr lang="en-US" dirty="0"/>
              <a:t>       Dibyajyoti Swain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731" y="520837"/>
            <a:ext cx="4727051" cy="1262000"/>
          </a:xfrm>
        </p:spPr>
        <p:txBody>
          <a:bodyPr/>
          <a:lstStyle/>
          <a:p>
            <a:r>
              <a:rPr sz="32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92043" y="2188054"/>
            <a:ext cx="7718425" cy="2887110"/>
          </a:xfrm>
        </p:spPr>
        <p:txBody>
          <a:bodyPr/>
          <a:lstStyle/>
          <a:p>
            <a:r>
              <a:rPr sz="1500" dirty="0"/>
              <a:t>This project focuses on building an AI system that classifies waste into categories like paper, plastic, metal, and biological waste using image recognition.</a:t>
            </a:r>
          </a:p>
          <a:p>
            <a:endParaRPr sz="1500" dirty="0"/>
          </a:p>
          <a:p>
            <a:r>
              <a:rPr sz="1500" dirty="0"/>
              <a:t>It recommends the correct bin color (Green, Blue, or Red) based on the waste type, reducing human error and improving recycling efficiency.</a:t>
            </a:r>
            <a:endParaRPr lang="en-US" sz="1500" dirty="0"/>
          </a:p>
          <a:p>
            <a:r>
              <a:rPr lang="en-US" sz="1500" dirty="0"/>
              <a:t> All images resized to 224x224 pixels for uniform input.</a:t>
            </a:r>
          </a:p>
          <a:p>
            <a:r>
              <a:rPr lang="en-US" sz="1500" dirty="0"/>
              <a:t> Augmentation applied using rotation, flipping, brightness adjustment, and zooming.</a:t>
            </a:r>
          </a:p>
          <a:p>
            <a:r>
              <a:rPr lang="en-US" sz="1500" dirty="0"/>
              <a:t> Enhances dataset variety and model accuracy.</a:t>
            </a:r>
          </a:p>
          <a:p>
            <a:r>
              <a:rPr lang="en-US" sz="1500" dirty="0"/>
              <a:t>User-friendly web app built using </a:t>
            </a:r>
            <a:r>
              <a:rPr lang="en-US" sz="1500" dirty="0" err="1"/>
              <a:t>Streamlit</a:t>
            </a:r>
            <a:r>
              <a:rPr lang="en-US" sz="1500" dirty="0"/>
              <a:t>.</a:t>
            </a:r>
          </a:p>
          <a:p>
            <a:r>
              <a:rPr lang="en-US" sz="1500" dirty="0"/>
              <a:t> Allows users to upload waste images.</a:t>
            </a:r>
          </a:p>
          <a:p>
            <a:r>
              <a:rPr lang="en-US" sz="1500" dirty="0"/>
              <a:t> Displays predicted waste type, confidence score, and suggested bin color.</a:t>
            </a:r>
          </a:p>
          <a:p>
            <a:r>
              <a:rPr lang="en-US" sz="1500" dirty="0"/>
              <a:t>Designed to be clean, responsive, and easy to use.</a:t>
            </a:r>
          </a:p>
          <a:p>
            <a:endParaRPr lang="en-US" sz="1500" dirty="0"/>
          </a:p>
          <a:p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926" y="1306650"/>
            <a:ext cx="6274905" cy="812510"/>
          </a:xfrm>
        </p:spPr>
        <p:txBody>
          <a:bodyPr/>
          <a:lstStyle/>
          <a:p>
            <a:r>
              <a:rPr sz="3600" dirty="0"/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26926" y="2263760"/>
            <a:ext cx="7718425" cy="2064533"/>
          </a:xfrm>
        </p:spPr>
        <p:txBody>
          <a:bodyPr/>
          <a:lstStyle/>
          <a:p>
            <a:r>
              <a:rPr sz="1800" dirty="0"/>
              <a:t>• YOLOv8-L classification model (Large version).</a:t>
            </a:r>
          </a:p>
          <a:p>
            <a:r>
              <a:rPr sz="1800" dirty="0"/>
              <a:t>• Trained on custom dataset to recognize waste categories.</a:t>
            </a:r>
          </a:p>
          <a:p>
            <a:r>
              <a:rPr sz="1800" dirty="0"/>
              <a:t>• 'best.pt' weights file saved after training for highest accuracy.</a:t>
            </a:r>
          </a:p>
          <a:p>
            <a:r>
              <a:rPr sz="1800" dirty="0"/>
              <a:t>• Fast, efficient, and ideal for real-time object classification.</a:t>
            </a:r>
            <a:r>
              <a:rPr lang="en-US" sz="1800" dirty="0"/>
              <a:t> </a:t>
            </a:r>
          </a:p>
          <a:p>
            <a:r>
              <a:rPr lang="en-US" sz="1800" dirty="0"/>
              <a:t>100 images from each folder was selected for training and it took more than 12 hours to train the model. (Total of 1000 images were trained)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278" y="151509"/>
            <a:ext cx="7717500" cy="763600"/>
          </a:xfrm>
        </p:spPr>
        <p:txBody>
          <a:bodyPr/>
          <a:lstStyle/>
          <a:p>
            <a:pPr algn="ctr"/>
            <a:r>
              <a:rPr dirty="0"/>
              <a:t>Output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83468-9DC1-7A5D-B236-45B961D5F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47" y="1001400"/>
            <a:ext cx="4117472" cy="5027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9C1540-5898-D366-FAFD-DD3B70086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028" y="1001400"/>
            <a:ext cx="3430560" cy="50277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916" y="565263"/>
            <a:ext cx="8110603" cy="1262000"/>
          </a:xfrm>
        </p:spPr>
        <p:txBody>
          <a:bodyPr/>
          <a:lstStyle/>
          <a:p>
            <a:r>
              <a:rPr lang="en-US" dirty="0"/>
              <a:t>Evaluation matrix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0E9FA6-3428-AF54-C298-3FEBC50B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98" y="1381582"/>
            <a:ext cx="3481720" cy="2143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1C1068-7067-6618-BDC9-3143F905A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104" y="1381582"/>
            <a:ext cx="3845360" cy="22224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C70F8A-7608-7E95-2F04-F24409E5C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886" y="2879420"/>
            <a:ext cx="4925077" cy="32833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8C8E4E-214E-EB8F-AE85-2AC17CCE6ED1}"/>
              </a:ext>
            </a:extLst>
          </p:cNvPr>
          <p:cNvSpPr txBox="1"/>
          <p:nvPr/>
        </p:nvSpPr>
        <p:spPr>
          <a:xfrm>
            <a:off x="2079320" y="5901195"/>
            <a:ext cx="581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F1 score of 0.88 indicates strong model performance with high accuracy and balanced precision and recall.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00648-ED92-1ACC-79CC-FCAF5D048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447675"/>
            <a:ext cx="59626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7818"/>
      </p:ext>
    </p:extLst>
  </p:cSld>
  <p:clrMapOvr>
    <a:masterClrMapping/>
  </p:clrMapOvr>
</p:sld>
</file>

<file path=ppt/theme/theme1.xml><?xml version="1.0" encoding="utf-8"?>
<a:theme xmlns:a="http://schemas.openxmlformats.org/drawingml/2006/main" name="Second Derivative Test by Slidesgo">
  <a:themeElements>
    <a:clrScheme name="Simple Light">
      <a:dk1>
        <a:srgbClr val="DA622E"/>
      </a:dk1>
      <a:lt1>
        <a:srgbClr val="FDFCF8"/>
      </a:lt1>
      <a:dk2>
        <a:srgbClr val="882E06"/>
      </a:dk2>
      <a:lt2>
        <a:srgbClr val="FFA900"/>
      </a:lt2>
      <a:accent1>
        <a:srgbClr val="FFFFFF"/>
      </a:accent1>
      <a:accent2>
        <a:srgbClr val="FFFFFF"/>
      </a:accent2>
      <a:accent3>
        <a:srgbClr val="FFFFFF"/>
      </a:accent3>
      <a:accent4>
        <a:srgbClr val="FDFCFD"/>
      </a:accent4>
      <a:accent5>
        <a:srgbClr val="FDFCFD"/>
      </a:accent5>
      <a:accent6>
        <a:srgbClr val="FDFCFD"/>
      </a:accent6>
      <a:hlink>
        <a:srgbClr val="882E0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EN Second Derivative Test by Slidesgo</Template>
  <TotalTime>34</TotalTime>
  <Words>240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Arial</vt:lpstr>
      <vt:lpstr>Calibri</vt:lpstr>
      <vt:lpstr>DM Sans</vt:lpstr>
      <vt:lpstr>Inter</vt:lpstr>
      <vt:lpstr>Libre Franklin Black</vt:lpstr>
      <vt:lpstr>Montserrat</vt:lpstr>
      <vt:lpstr>Nunito Light</vt:lpstr>
      <vt:lpstr>Patua One</vt:lpstr>
      <vt:lpstr>Proxima Nova</vt:lpstr>
      <vt:lpstr>Proxima Nova Semibold</vt:lpstr>
      <vt:lpstr>Roboto</vt:lpstr>
      <vt:lpstr>Second Derivative Test by Slidesgo</vt:lpstr>
      <vt:lpstr>Slidesgo Final Pages</vt:lpstr>
      <vt:lpstr>Smart Waste Classification System</vt:lpstr>
      <vt:lpstr>Project Overview</vt:lpstr>
      <vt:lpstr>Model Used</vt:lpstr>
      <vt:lpstr>Output </vt:lpstr>
      <vt:lpstr>Evaluation matrix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Saamal</dc:creator>
  <cp:keywords/>
  <dc:description>generated using python-pptx</dc:description>
  <cp:lastModifiedBy>Tanish Aryan</cp:lastModifiedBy>
  <cp:revision>2</cp:revision>
  <dcterms:created xsi:type="dcterms:W3CDTF">2013-01-27T09:14:16Z</dcterms:created>
  <dcterms:modified xsi:type="dcterms:W3CDTF">2025-11-01T06:07:35Z</dcterms:modified>
  <cp:category/>
</cp:coreProperties>
</file>